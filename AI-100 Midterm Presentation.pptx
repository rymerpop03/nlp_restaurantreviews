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2" r:id="rId1"/>
    <p:sldMasterId id="2147483713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6858000" cy="9144000"/>
  <p:embeddedFontLst>
    <p:embeddedFont>
      <p:font typeface="Lexend" panose="020B0604020202020204" charset="0"/>
      <p:regular r:id="rId11"/>
      <p:bold r:id="rId12"/>
    </p:embeddedFont>
    <p:embeddedFont>
      <p:font typeface="Lexend ExtraLight" panose="020B0604020202020204" charset="0"/>
      <p:regular r:id="rId13"/>
      <p:bold r:id="rId14"/>
    </p:embeddedFont>
    <p:embeddedFont>
      <p:font typeface="Lexend Light" panose="020B0604020202020204" charset="0"/>
      <p:regular r:id="rId15"/>
      <p:bold r:id="rId16"/>
    </p:embeddedFont>
    <p:embeddedFont>
      <p:font typeface="Lexend SemiBold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658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povich, Rymer" userId="21e227c0-2242-4af6-b06e-8e3cbf5a188a" providerId="ADAL" clId="{E120D037-2651-4544-AB2D-C2DA5EE1182F}"/>
    <pc:docChg chg="custSel modSld">
      <pc:chgData name="Popovich, Rymer" userId="21e227c0-2242-4af6-b06e-8e3cbf5a188a" providerId="ADAL" clId="{E120D037-2651-4544-AB2D-C2DA5EE1182F}" dt="2026-03-01T16:11:01.308" v="8" actId="478"/>
      <pc:docMkLst>
        <pc:docMk/>
      </pc:docMkLst>
      <pc:sldChg chg="modSp mod">
        <pc:chgData name="Popovich, Rymer" userId="21e227c0-2242-4af6-b06e-8e3cbf5a188a" providerId="ADAL" clId="{E120D037-2651-4544-AB2D-C2DA5EE1182F}" dt="2026-03-01T16:10:34.789" v="0" actId="1076"/>
        <pc:sldMkLst>
          <pc:docMk/>
          <pc:sldMk cId="0" sldId="257"/>
        </pc:sldMkLst>
        <pc:spChg chg="mod">
          <ac:chgData name="Popovich, Rymer" userId="21e227c0-2242-4af6-b06e-8e3cbf5a188a" providerId="ADAL" clId="{E120D037-2651-4544-AB2D-C2DA5EE1182F}" dt="2026-03-01T16:10:34.789" v="0" actId="1076"/>
          <ac:spMkLst>
            <pc:docMk/>
            <pc:sldMk cId="0" sldId="257"/>
            <ac:spMk id="415" creationId="{00000000-0000-0000-0000-000000000000}"/>
          </ac:spMkLst>
        </pc:spChg>
      </pc:sldChg>
      <pc:sldChg chg="addSp delSp modSp mod">
        <pc:chgData name="Popovich, Rymer" userId="21e227c0-2242-4af6-b06e-8e3cbf5a188a" providerId="ADAL" clId="{E120D037-2651-4544-AB2D-C2DA5EE1182F}" dt="2026-03-01T16:10:51.422" v="2" actId="478"/>
        <pc:sldMkLst>
          <pc:docMk/>
          <pc:sldMk cId="0" sldId="258"/>
        </pc:sldMkLst>
        <pc:spChg chg="add del mod">
          <ac:chgData name="Popovich, Rymer" userId="21e227c0-2242-4af6-b06e-8e3cbf5a188a" providerId="ADAL" clId="{E120D037-2651-4544-AB2D-C2DA5EE1182F}" dt="2026-03-01T16:10:51.422" v="2" actId="478"/>
          <ac:spMkLst>
            <pc:docMk/>
            <pc:sldMk cId="0" sldId="258"/>
            <ac:spMk id="3" creationId="{C961F568-5548-0942-AB2D-C1DE8412C5D3}"/>
          </ac:spMkLst>
        </pc:spChg>
        <pc:spChg chg="del">
          <ac:chgData name="Popovich, Rymer" userId="21e227c0-2242-4af6-b06e-8e3cbf5a188a" providerId="ADAL" clId="{E120D037-2651-4544-AB2D-C2DA5EE1182F}" dt="2026-03-01T16:10:47.746" v="1" actId="478"/>
          <ac:spMkLst>
            <pc:docMk/>
            <pc:sldMk cId="0" sldId="258"/>
            <ac:spMk id="427" creationId="{00000000-0000-0000-0000-000000000000}"/>
          </ac:spMkLst>
        </pc:spChg>
      </pc:sldChg>
      <pc:sldChg chg="addSp delSp modSp mod">
        <pc:chgData name="Popovich, Rymer" userId="21e227c0-2242-4af6-b06e-8e3cbf5a188a" providerId="ADAL" clId="{E120D037-2651-4544-AB2D-C2DA5EE1182F}" dt="2026-03-01T16:10:55.359" v="4" actId="478"/>
        <pc:sldMkLst>
          <pc:docMk/>
          <pc:sldMk cId="0" sldId="259"/>
        </pc:sldMkLst>
        <pc:spChg chg="add del mod">
          <ac:chgData name="Popovich, Rymer" userId="21e227c0-2242-4af6-b06e-8e3cbf5a188a" providerId="ADAL" clId="{E120D037-2651-4544-AB2D-C2DA5EE1182F}" dt="2026-03-01T16:10:55.359" v="4" actId="478"/>
          <ac:spMkLst>
            <pc:docMk/>
            <pc:sldMk cId="0" sldId="259"/>
            <ac:spMk id="3" creationId="{13B2312E-46A7-6532-742B-7F268E6F6345}"/>
          </ac:spMkLst>
        </pc:spChg>
        <pc:spChg chg="del">
          <ac:chgData name="Popovich, Rymer" userId="21e227c0-2242-4af6-b06e-8e3cbf5a188a" providerId="ADAL" clId="{E120D037-2651-4544-AB2D-C2DA5EE1182F}" dt="2026-03-01T16:10:53.775" v="3" actId="478"/>
          <ac:spMkLst>
            <pc:docMk/>
            <pc:sldMk cId="0" sldId="259"/>
            <ac:spMk id="436" creationId="{00000000-0000-0000-0000-000000000000}"/>
          </ac:spMkLst>
        </pc:spChg>
      </pc:sldChg>
      <pc:sldChg chg="addSp delSp modSp mod">
        <pc:chgData name="Popovich, Rymer" userId="21e227c0-2242-4af6-b06e-8e3cbf5a188a" providerId="ADAL" clId="{E120D037-2651-4544-AB2D-C2DA5EE1182F}" dt="2026-03-01T16:10:58.110" v="6" actId="478"/>
        <pc:sldMkLst>
          <pc:docMk/>
          <pc:sldMk cId="0" sldId="260"/>
        </pc:sldMkLst>
        <pc:spChg chg="add del mod">
          <ac:chgData name="Popovich, Rymer" userId="21e227c0-2242-4af6-b06e-8e3cbf5a188a" providerId="ADAL" clId="{E120D037-2651-4544-AB2D-C2DA5EE1182F}" dt="2026-03-01T16:10:58.110" v="6" actId="478"/>
          <ac:spMkLst>
            <pc:docMk/>
            <pc:sldMk cId="0" sldId="260"/>
            <ac:spMk id="3" creationId="{33EA3998-B34A-646E-ED31-00A7C0DA6D61}"/>
          </ac:spMkLst>
        </pc:spChg>
        <pc:spChg chg="del">
          <ac:chgData name="Popovich, Rymer" userId="21e227c0-2242-4af6-b06e-8e3cbf5a188a" providerId="ADAL" clId="{E120D037-2651-4544-AB2D-C2DA5EE1182F}" dt="2026-03-01T16:10:57.042" v="5" actId="478"/>
          <ac:spMkLst>
            <pc:docMk/>
            <pc:sldMk cId="0" sldId="260"/>
            <ac:spMk id="445" creationId="{00000000-0000-0000-0000-000000000000}"/>
          </ac:spMkLst>
        </pc:spChg>
      </pc:sldChg>
      <pc:sldChg chg="addSp delSp modSp mod">
        <pc:chgData name="Popovich, Rymer" userId="21e227c0-2242-4af6-b06e-8e3cbf5a188a" providerId="ADAL" clId="{E120D037-2651-4544-AB2D-C2DA5EE1182F}" dt="2026-03-01T16:11:01.308" v="8" actId="478"/>
        <pc:sldMkLst>
          <pc:docMk/>
          <pc:sldMk cId="0" sldId="261"/>
        </pc:sldMkLst>
        <pc:spChg chg="add del mod">
          <ac:chgData name="Popovich, Rymer" userId="21e227c0-2242-4af6-b06e-8e3cbf5a188a" providerId="ADAL" clId="{E120D037-2651-4544-AB2D-C2DA5EE1182F}" dt="2026-03-01T16:11:01.308" v="8" actId="478"/>
          <ac:spMkLst>
            <pc:docMk/>
            <pc:sldMk cId="0" sldId="261"/>
            <ac:spMk id="3" creationId="{44802743-D5C7-EC24-04B4-DB744900BB29}"/>
          </ac:spMkLst>
        </pc:spChg>
        <pc:spChg chg="del">
          <ac:chgData name="Popovich, Rymer" userId="21e227c0-2242-4af6-b06e-8e3cbf5a188a" providerId="ADAL" clId="{E120D037-2651-4544-AB2D-C2DA5EE1182F}" dt="2026-03-01T16:11:00.628" v="7" actId="478"/>
          <ac:spMkLst>
            <pc:docMk/>
            <pc:sldMk cId="0" sldId="261"/>
            <ac:spMk id="45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941f2c82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941f2c82d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941f2c82de_0_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941f2c82de_0_3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941f2c82de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941f2c82de_0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942083a18e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942083a18e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942083a18e_1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942083a18e_1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942083a18e_1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942083a18e_1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942083a18e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942083a18e_1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4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spcFirstLastPara="1" wrap="square" lIns="0" tIns="0" rIns="0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8575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794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3" name="Google Shape;103;p25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07" name="Google Shape;107;p26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_2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2" name="Google Shape;112;p27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5" name="Google Shape;115;p27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19" name="Google Shape;119;p28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20" name="Google Shape;120;p28"/>
          <p:cNvSpPr txBox="1">
            <a:spLocks noGrp="1"/>
          </p:cNvSpPr>
          <p:nvPr>
            <p:ph type="body" idx="3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ubTitle" idx="4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3" name="Google Shape;123;p28"/>
          <p:cNvSpPr txBox="1">
            <a:spLocks noGrp="1"/>
          </p:cNvSpPr>
          <p:nvPr>
            <p:ph type="subTitle" idx="5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4" name="Google Shape;124;p28"/>
          <p:cNvSpPr txBox="1">
            <a:spLocks noGrp="1"/>
          </p:cNvSpPr>
          <p:nvPr>
            <p:ph type="subTitle" idx="6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28" name="Google Shape;128;p29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29" name="Google Shape;129;p29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29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31" name="Google Shape;131;p29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2" name="Google Shape;132;p29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4" name="Google Shape;134;p29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5" name="Google Shape;135;p29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2" name="Google Shape;142;p31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5" name="Google Shape;145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1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8" name="Google Shape;148;p31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1" name="Google Shape;151;p32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4" name="Google Shape;154;p32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6" name="Google Shape;156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2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9" name="Google Shape;159;p32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0" name="Google Shape;160;p32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34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duct Roadmap" type="title">
  <p:cSld name="TITLE">
    <p:bg>
      <p:bgPr>
        <a:solidFill>
          <a:schemeClr val="accent3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>
            <a:spLocks noGrp="1"/>
          </p:cNvSpPr>
          <p:nvPr>
            <p:ph type="sldNum" idx="12"/>
          </p:nvPr>
        </p:nvSpPr>
        <p:spPr>
          <a:xfrm>
            <a:off x="8359800" y="4851000"/>
            <a:ext cx="261300" cy="292500"/>
          </a:xfrm>
          <a:prstGeom prst="rect">
            <a:avLst/>
          </a:prstGeom>
        </p:spPr>
        <p:txBody>
          <a:bodyPr spcFirstLastPara="1" wrap="square" lIns="0" tIns="0" rIns="0" bIns="91425" anchor="ctr" anchorCtr="0">
            <a:noAutofit/>
          </a:bodyPr>
          <a:lstStyle>
            <a:lvl1pPr lvl="0" algn="ctr" rtl="0">
              <a:buNone/>
              <a:defRPr/>
            </a:lvl1pPr>
            <a:lvl2pPr lvl="1" algn="ctr" rtl="0">
              <a:buNone/>
              <a:defRPr/>
            </a:lvl2pPr>
            <a:lvl3pPr lvl="2" algn="ctr" rtl="0">
              <a:buNone/>
              <a:defRPr/>
            </a:lvl3pPr>
            <a:lvl4pPr lvl="3" algn="ctr" rtl="0">
              <a:buNone/>
              <a:defRPr/>
            </a:lvl4pPr>
            <a:lvl5pPr lvl="4" algn="ctr" rtl="0">
              <a:buNone/>
              <a:defRPr/>
            </a:lvl5pPr>
            <a:lvl6pPr lvl="5" algn="ctr" rtl="0">
              <a:buNone/>
              <a:defRPr/>
            </a:lvl6pPr>
            <a:lvl7pPr lvl="6" algn="ctr" rtl="0">
              <a:buNone/>
              <a:defRPr/>
            </a:lvl7pPr>
            <a:lvl8pPr lvl="7" algn="ctr" rtl="0">
              <a:buNone/>
              <a:defRPr/>
            </a:lvl8pPr>
            <a:lvl9pPr lvl="8" algn="ctr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35"/>
          <p:cNvSpPr txBox="1">
            <a:spLocks noGrp="1"/>
          </p:cNvSpPr>
          <p:nvPr>
            <p:ph type="title"/>
          </p:nvPr>
        </p:nvSpPr>
        <p:spPr>
          <a:xfrm>
            <a:off x="303700" y="355500"/>
            <a:ext cx="8421600" cy="11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9" name="Google Shape;179;p35"/>
          <p:cNvSpPr txBox="1">
            <a:spLocks noGrp="1"/>
          </p:cNvSpPr>
          <p:nvPr>
            <p:ph type="subTitle" idx="1"/>
          </p:nvPr>
        </p:nvSpPr>
        <p:spPr>
          <a:xfrm>
            <a:off x="333400" y="2378453"/>
            <a:ext cx="3359100" cy="94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p35"/>
          <p:cNvSpPr txBox="1">
            <a:spLocks noGrp="1"/>
          </p:cNvSpPr>
          <p:nvPr>
            <p:ph type="body" idx="2"/>
          </p:nvPr>
        </p:nvSpPr>
        <p:spPr>
          <a:xfrm>
            <a:off x="341375" y="4655800"/>
            <a:ext cx="2088300" cy="2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endParaRPr/>
          </a:p>
        </p:txBody>
      </p:sp>
      <p:sp>
        <p:nvSpPr>
          <p:cNvPr id="181" name="Google Shape;181;p35"/>
          <p:cNvSpPr txBox="1">
            <a:spLocks noGrp="1"/>
          </p:cNvSpPr>
          <p:nvPr>
            <p:ph type="sldNum" idx="3"/>
          </p:nvPr>
        </p:nvSpPr>
        <p:spPr>
          <a:xfrm>
            <a:off x="8359800" y="4851000"/>
            <a:ext cx="261300" cy="292500"/>
          </a:xfrm>
          <a:prstGeom prst="rect">
            <a:avLst/>
          </a:prstGeom>
          <a:noFill/>
        </p:spPr>
        <p:txBody>
          <a:bodyPr spcFirstLastPara="1" wrap="square" lIns="0" tIns="0" rIns="0" bIns="91425" anchor="ctr" anchorCtr="0">
            <a:noAutofit/>
          </a:bodyPr>
          <a:lstStyle>
            <a:lvl1pPr lvl="0" algn="ctr" rtl="0"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buNone/>
              <a:defRPr>
                <a:solidFill>
                  <a:schemeClr val="accent3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35"/>
          <p:cNvSpPr txBox="1">
            <a:spLocks noGrp="1"/>
          </p:cNvSpPr>
          <p:nvPr>
            <p:ph type="body" idx="4"/>
          </p:nvPr>
        </p:nvSpPr>
        <p:spPr>
          <a:xfrm>
            <a:off x="2652248" y="4655800"/>
            <a:ext cx="1940700" cy="2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endParaRPr/>
          </a:p>
        </p:txBody>
      </p:sp>
      <p:cxnSp>
        <p:nvCxnSpPr>
          <p:cNvPr id="183" name="Google Shape;183;p35"/>
          <p:cNvCxnSpPr/>
          <p:nvPr/>
        </p:nvCxnSpPr>
        <p:spPr>
          <a:xfrm>
            <a:off x="-3150" y="4448151"/>
            <a:ext cx="52323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84" name="Google Shape;184;p35"/>
          <p:cNvSpPr>
            <a:spLocks noGrp="1"/>
          </p:cNvSpPr>
          <p:nvPr>
            <p:ph type="pic" idx="5"/>
          </p:nvPr>
        </p:nvSpPr>
        <p:spPr>
          <a:xfrm>
            <a:off x="5229150" y="2509975"/>
            <a:ext cx="3914400" cy="263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37">
          <p15:clr>
            <a:srgbClr val="E46962"/>
          </p15:clr>
        </p15:guide>
        <p15:guide id="2" orient="horz" pos="1369">
          <p15:clr>
            <a:srgbClr val="E46962"/>
          </p15:clr>
        </p15:guide>
        <p15:guide id="3" orient="horz" pos="1581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/ Content" type="blank">
  <p:cSld name="BLANK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>
            <a:spLocks noGrp="1"/>
          </p:cNvSpPr>
          <p:nvPr>
            <p:ph type="title"/>
          </p:nvPr>
        </p:nvSpPr>
        <p:spPr>
          <a:xfrm>
            <a:off x="674916" y="289225"/>
            <a:ext cx="6598800" cy="10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26">
    <p:bg>
      <p:bgPr>
        <a:solidFill>
          <a:schemeClr val="lt2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 txBox="1">
            <a:spLocks noGrp="1"/>
          </p:cNvSpPr>
          <p:nvPr>
            <p:ph type="title"/>
          </p:nvPr>
        </p:nvSpPr>
        <p:spPr>
          <a:xfrm>
            <a:off x="104400" y="3069000"/>
            <a:ext cx="7865400" cy="207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Lexend"/>
              <a:buNone/>
              <a:defRPr sz="8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37"/>
          <p:cNvSpPr>
            <a:spLocks noGrp="1"/>
          </p:cNvSpPr>
          <p:nvPr>
            <p:ph type="pic" idx="2"/>
          </p:nvPr>
        </p:nvSpPr>
        <p:spPr>
          <a:xfrm>
            <a:off x="248250" y="256400"/>
            <a:ext cx="8647500" cy="2463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5">
          <p15:clr>
            <a:srgbClr val="E46962"/>
          </p15:clr>
        </p15:guide>
        <p15:guide id="2" orient="horz" pos="3077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25_1">
    <p:bg>
      <p:bgPr>
        <a:solidFill>
          <a:schemeClr val="accent4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8"/>
          <p:cNvSpPr txBox="1">
            <a:spLocks noGrp="1"/>
          </p:cNvSpPr>
          <p:nvPr>
            <p:ph type="title"/>
          </p:nvPr>
        </p:nvSpPr>
        <p:spPr>
          <a:xfrm>
            <a:off x="104400" y="150125"/>
            <a:ext cx="7883400" cy="20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Lexend"/>
              <a:buNone/>
              <a:defRPr sz="8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2" name="Google Shape;192;p38"/>
          <p:cNvSpPr>
            <a:spLocks noGrp="1"/>
          </p:cNvSpPr>
          <p:nvPr>
            <p:ph type="pic" idx="2"/>
          </p:nvPr>
        </p:nvSpPr>
        <p:spPr>
          <a:xfrm>
            <a:off x="248250" y="2425338"/>
            <a:ext cx="8647500" cy="2463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+ Phone mockup">
  <p:cSld name="CUSTOM_26_1">
    <p:bg>
      <p:bgPr>
        <a:solidFill>
          <a:schemeClr val="accent4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9"/>
          <p:cNvSpPr/>
          <p:nvPr/>
        </p:nvSpPr>
        <p:spPr>
          <a:xfrm rot="-5400000">
            <a:off x="5014800" y="1016575"/>
            <a:ext cx="5145600" cy="31128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39"/>
          <p:cNvSpPr>
            <a:spLocks noGrp="1"/>
          </p:cNvSpPr>
          <p:nvPr>
            <p:ph type="pic" idx="2"/>
          </p:nvPr>
        </p:nvSpPr>
        <p:spPr>
          <a:xfrm>
            <a:off x="6819050" y="857921"/>
            <a:ext cx="1598400" cy="3413100"/>
          </a:xfrm>
          <a:prstGeom prst="roundRect">
            <a:avLst>
              <a:gd name="adj" fmla="val 11038"/>
            </a:avLst>
          </a:prstGeom>
          <a:noFill/>
          <a:ln>
            <a:noFill/>
          </a:ln>
        </p:spPr>
      </p:sp>
      <p:sp>
        <p:nvSpPr>
          <p:cNvPr id="196" name="Google Shape;196;p39"/>
          <p:cNvSpPr txBox="1">
            <a:spLocks noGrp="1"/>
          </p:cNvSpPr>
          <p:nvPr>
            <p:ph type="body" idx="1"/>
          </p:nvPr>
        </p:nvSpPr>
        <p:spPr>
          <a:xfrm>
            <a:off x="687900" y="292725"/>
            <a:ext cx="4215000" cy="2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97" name="Google Shape;197;p39"/>
          <p:cNvSpPr txBox="1">
            <a:spLocks noGrp="1"/>
          </p:cNvSpPr>
          <p:nvPr>
            <p:ph type="title"/>
          </p:nvPr>
        </p:nvSpPr>
        <p:spPr>
          <a:xfrm>
            <a:off x="661575" y="424275"/>
            <a:ext cx="4241400" cy="8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8" name="Google Shape;198;p39"/>
          <p:cNvSpPr txBox="1">
            <a:spLocks noGrp="1"/>
          </p:cNvSpPr>
          <p:nvPr>
            <p:ph type="body" idx="3"/>
          </p:nvPr>
        </p:nvSpPr>
        <p:spPr>
          <a:xfrm>
            <a:off x="661575" y="2514875"/>
            <a:ext cx="4300200" cy="21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+ Phone mockup 1">
  <p:cSld name="CUSTOM_28">
    <p:bg>
      <p:bgPr>
        <a:solidFill>
          <a:schemeClr val="accent3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0"/>
          <p:cNvSpPr/>
          <p:nvPr/>
        </p:nvSpPr>
        <p:spPr>
          <a:xfrm rot="-5400000">
            <a:off x="5014800" y="1016575"/>
            <a:ext cx="5145600" cy="31128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40"/>
          <p:cNvSpPr txBox="1">
            <a:spLocks noGrp="1"/>
          </p:cNvSpPr>
          <p:nvPr>
            <p:ph type="body" idx="1"/>
          </p:nvPr>
        </p:nvSpPr>
        <p:spPr>
          <a:xfrm>
            <a:off x="661575" y="2514875"/>
            <a:ext cx="4300200" cy="21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endParaRPr/>
          </a:p>
        </p:txBody>
      </p:sp>
      <p:sp>
        <p:nvSpPr>
          <p:cNvPr id="202" name="Google Shape;202;p40"/>
          <p:cNvSpPr txBox="1">
            <a:spLocks noGrp="1"/>
          </p:cNvSpPr>
          <p:nvPr>
            <p:ph type="body" idx="2"/>
          </p:nvPr>
        </p:nvSpPr>
        <p:spPr>
          <a:xfrm>
            <a:off x="687900" y="292725"/>
            <a:ext cx="4215000" cy="2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03" name="Google Shape;203;p40"/>
          <p:cNvSpPr txBox="1">
            <a:spLocks noGrp="1"/>
          </p:cNvSpPr>
          <p:nvPr>
            <p:ph type="title"/>
          </p:nvPr>
        </p:nvSpPr>
        <p:spPr>
          <a:xfrm>
            <a:off x="661575" y="424275"/>
            <a:ext cx="4241400" cy="8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p40"/>
          <p:cNvSpPr>
            <a:spLocks noGrp="1"/>
          </p:cNvSpPr>
          <p:nvPr>
            <p:ph type="pic" idx="3"/>
          </p:nvPr>
        </p:nvSpPr>
        <p:spPr>
          <a:xfrm>
            <a:off x="6819050" y="857921"/>
            <a:ext cx="1598400" cy="3413100"/>
          </a:xfrm>
          <a:prstGeom prst="roundRect">
            <a:avLst>
              <a:gd name="adj" fmla="val 11038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+ Phone and Ipad mockup">
  <p:cSld name="CUSTOM_27">
    <p:bg>
      <p:bgPr>
        <a:solidFill>
          <a:schemeClr val="accent4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1"/>
          <p:cNvSpPr>
            <a:spLocks noGrp="1"/>
          </p:cNvSpPr>
          <p:nvPr>
            <p:ph type="pic" idx="2"/>
          </p:nvPr>
        </p:nvSpPr>
        <p:spPr>
          <a:xfrm>
            <a:off x="869088" y="1528242"/>
            <a:ext cx="1536600" cy="3262500"/>
          </a:xfrm>
          <a:prstGeom prst="roundRect">
            <a:avLst>
              <a:gd name="adj" fmla="val 11038"/>
            </a:avLst>
          </a:prstGeom>
          <a:noFill/>
          <a:ln>
            <a:noFill/>
          </a:ln>
        </p:spPr>
      </p:sp>
      <p:sp>
        <p:nvSpPr>
          <p:cNvPr id="207" name="Google Shape;207;p41"/>
          <p:cNvSpPr>
            <a:spLocks noGrp="1"/>
          </p:cNvSpPr>
          <p:nvPr>
            <p:ph type="pic" idx="3"/>
          </p:nvPr>
        </p:nvSpPr>
        <p:spPr>
          <a:xfrm>
            <a:off x="3913204" y="1528242"/>
            <a:ext cx="4587000" cy="3262500"/>
          </a:xfrm>
          <a:prstGeom prst="roundRect">
            <a:avLst>
              <a:gd name="adj" fmla="val 4639"/>
            </a:avLst>
          </a:prstGeom>
          <a:noFill/>
          <a:ln>
            <a:noFill/>
          </a:ln>
        </p:spPr>
      </p:sp>
      <p:sp>
        <p:nvSpPr>
          <p:cNvPr id="208" name="Google Shape;208;p41"/>
          <p:cNvSpPr txBox="1">
            <a:spLocks noGrp="1"/>
          </p:cNvSpPr>
          <p:nvPr>
            <p:ph type="body" idx="1"/>
          </p:nvPr>
        </p:nvSpPr>
        <p:spPr>
          <a:xfrm>
            <a:off x="4574425" y="271875"/>
            <a:ext cx="3908700" cy="6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209" name="Google Shape;209;p41"/>
          <p:cNvSpPr txBox="1">
            <a:spLocks noGrp="1"/>
          </p:cNvSpPr>
          <p:nvPr>
            <p:ph type="body" idx="4"/>
          </p:nvPr>
        </p:nvSpPr>
        <p:spPr>
          <a:xfrm>
            <a:off x="687900" y="292725"/>
            <a:ext cx="3412500" cy="2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10" name="Google Shape;210;p41"/>
          <p:cNvSpPr txBox="1">
            <a:spLocks noGrp="1"/>
          </p:cNvSpPr>
          <p:nvPr>
            <p:ph type="title"/>
          </p:nvPr>
        </p:nvSpPr>
        <p:spPr>
          <a:xfrm>
            <a:off x="661575" y="424275"/>
            <a:ext cx="3438900" cy="8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 1">
  <p:cSld name="CUSTOM_1_1">
    <p:bg>
      <p:bgPr>
        <a:solidFill>
          <a:schemeClr val="accent3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body" idx="1"/>
          </p:nvPr>
        </p:nvSpPr>
        <p:spPr>
          <a:xfrm>
            <a:off x="887306" y="2097422"/>
            <a:ext cx="2922000" cy="215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>
            <a:endParaRPr/>
          </a:p>
        </p:txBody>
      </p:sp>
      <p:sp>
        <p:nvSpPr>
          <p:cNvPr id="213" name="Google Shape;213;p42"/>
          <p:cNvSpPr txBox="1">
            <a:spLocks noGrp="1"/>
          </p:cNvSpPr>
          <p:nvPr>
            <p:ph type="subTitle" idx="2"/>
          </p:nvPr>
        </p:nvSpPr>
        <p:spPr>
          <a:xfrm>
            <a:off x="904390" y="1077175"/>
            <a:ext cx="2928300" cy="2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42"/>
          <p:cNvSpPr txBox="1">
            <a:spLocks noGrp="1"/>
          </p:cNvSpPr>
          <p:nvPr>
            <p:ph type="body" idx="3"/>
          </p:nvPr>
        </p:nvSpPr>
        <p:spPr>
          <a:xfrm>
            <a:off x="904890" y="901275"/>
            <a:ext cx="2927700" cy="1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667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/ Company Overview">
  <p:cSld name="CUSTOM_2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3"/>
          <p:cNvSpPr txBox="1">
            <a:spLocks noGrp="1"/>
          </p:cNvSpPr>
          <p:nvPr>
            <p:ph type="body" idx="1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17" name="Google Shape;217;p43"/>
          <p:cNvSpPr txBox="1">
            <a:spLocks noGrp="1"/>
          </p:cNvSpPr>
          <p:nvPr>
            <p:ph type="title"/>
          </p:nvPr>
        </p:nvSpPr>
        <p:spPr>
          <a:xfrm>
            <a:off x="661574" y="424278"/>
            <a:ext cx="5151300" cy="8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43"/>
          <p:cNvSpPr>
            <a:spLocks noGrp="1"/>
          </p:cNvSpPr>
          <p:nvPr>
            <p:ph type="pic" idx="2"/>
          </p:nvPr>
        </p:nvSpPr>
        <p:spPr>
          <a:xfrm>
            <a:off x="1566125" y="1676025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43"/>
          <p:cNvSpPr>
            <a:spLocks noGrp="1"/>
          </p:cNvSpPr>
          <p:nvPr>
            <p:ph type="pic" idx="3"/>
          </p:nvPr>
        </p:nvSpPr>
        <p:spPr>
          <a:xfrm>
            <a:off x="3395300" y="809450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43"/>
          <p:cNvSpPr>
            <a:spLocks noGrp="1"/>
          </p:cNvSpPr>
          <p:nvPr>
            <p:ph type="pic" idx="4"/>
          </p:nvPr>
        </p:nvSpPr>
        <p:spPr>
          <a:xfrm>
            <a:off x="5225075" y="1667413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43"/>
          <p:cNvSpPr>
            <a:spLocks noGrp="1"/>
          </p:cNvSpPr>
          <p:nvPr>
            <p:ph type="pic" idx="5"/>
          </p:nvPr>
        </p:nvSpPr>
        <p:spPr>
          <a:xfrm>
            <a:off x="7053150" y="794238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43"/>
          <p:cNvSpPr>
            <a:spLocks noGrp="1"/>
          </p:cNvSpPr>
          <p:nvPr>
            <p:ph type="pic" idx="6"/>
          </p:nvPr>
        </p:nvSpPr>
        <p:spPr>
          <a:xfrm>
            <a:off x="2610832" y="3971450"/>
            <a:ext cx="314700" cy="3147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43"/>
          <p:cNvSpPr>
            <a:spLocks noGrp="1"/>
          </p:cNvSpPr>
          <p:nvPr>
            <p:ph type="pic" idx="7"/>
          </p:nvPr>
        </p:nvSpPr>
        <p:spPr>
          <a:xfrm>
            <a:off x="4435557" y="3089450"/>
            <a:ext cx="314700" cy="3147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43"/>
          <p:cNvSpPr>
            <a:spLocks noGrp="1"/>
          </p:cNvSpPr>
          <p:nvPr>
            <p:ph type="pic" idx="8"/>
          </p:nvPr>
        </p:nvSpPr>
        <p:spPr>
          <a:xfrm>
            <a:off x="6267632" y="3957713"/>
            <a:ext cx="314700" cy="3147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43"/>
          <p:cNvSpPr>
            <a:spLocks noGrp="1"/>
          </p:cNvSpPr>
          <p:nvPr>
            <p:ph type="pic" idx="9"/>
          </p:nvPr>
        </p:nvSpPr>
        <p:spPr>
          <a:xfrm>
            <a:off x="8095257" y="3103050"/>
            <a:ext cx="314700" cy="314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sion + 1 Image">
  <p:cSld name="CUSTOM_3">
    <p:bg>
      <p:bgPr>
        <a:solidFill>
          <a:schemeClr val="lt2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4"/>
          <p:cNvSpPr txBox="1">
            <a:spLocks noGrp="1"/>
          </p:cNvSpPr>
          <p:nvPr>
            <p:ph type="body" idx="1"/>
          </p:nvPr>
        </p:nvSpPr>
        <p:spPr>
          <a:xfrm>
            <a:off x="687900" y="292725"/>
            <a:ext cx="4215000" cy="2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28" name="Google Shape;228;p44"/>
          <p:cNvSpPr txBox="1">
            <a:spLocks noGrp="1"/>
          </p:cNvSpPr>
          <p:nvPr>
            <p:ph type="title"/>
          </p:nvPr>
        </p:nvSpPr>
        <p:spPr>
          <a:xfrm>
            <a:off x="661575" y="424275"/>
            <a:ext cx="4241400" cy="8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9" name="Google Shape;229;p44"/>
          <p:cNvSpPr>
            <a:spLocks noGrp="1"/>
          </p:cNvSpPr>
          <p:nvPr>
            <p:ph type="pic" idx="2"/>
          </p:nvPr>
        </p:nvSpPr>
        <p:spPr>
          <a:xfrm>
            <a:off x="5543049" y="659425"/>
            <a:ext cx="2883000" cy="38466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44"/>
          <p:cNvSpPr txBox="1">
            <a:spLocks noGrp="1"/>
          </p:cNvSpPr>
          <p:nvPr>
            <p:ph type="body" idx="3"/>
          </p:nvPr>
        </p:nvSpPr>
        <p:spPr>
          <a:xfrm>
            <a:off x="709950" y="2234700"/>
            <a:ext cx="3732600" cy="175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●"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oals">
  <p:cSld name="CUSTOM_4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5"/>
          <p:cNvSpPr txBox="1">
            <a:spLocks noGrp="1"/>
          </p:cNvSpPr>
          <p:nvPr>
            <p:ph type="body" idx="1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33" name="Google Shape;233;p45"/>
          <p:cNvSpPr txBox="1">
            <a:spLocks noGrp="1"/>
          </p:cNvSpPr>
          <p:nvPr>
            <p:ph type="title"/>
          </p:nvPr>
        </p:nvSpPr>
        <p:spPr>
          <a:xfrm>
            <a:off x="661575" y="424275"/>
            <a:ext cx="2662200" cy="8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45"/>
          <p:cNvSpPr txBox="1">
            <a:spLocks noGrp="1"/>
          </p:cNvSpPr>
          <p:nvPr>
            <p:ph type="body" idx="2"/>
          </p:nvPr>
        </p:nvSpPr>
        <p:spPr>
          <a:xfrm>
            <a:off x="4102775" y="3593450"/>
            <a:ext cx="4464900" cy="6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>
            <a:endParaRPr/>
          </a:p>
        </p:txBody>
      </p:sp>
      <p:sp>
        <p:nvSpPr>
          <p:cNvPr id="235" name="Google Shape;235;p45"/>
          <p:cNvSpPr txBox="1">
            <a:spLocks noGrp="1"/>
          </p:cNvSpPr>
          <p:nvPr>
            <p:ph type="body" idx="3"/>
          </p:nvPr>
        </p:nvSpPr>
        <p:spPr>
          <a:xfrm>
            <a:off x="4102775" y="2858576"/>
            <a:ext cx="4464900" cy="6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>
            <a:endParaRPr/>
          </a:p>
        </p:txBody>
      </p:sp>
      <p:sp>
        <p:nvSpPr>
          <p:cNvPr id="236" name="Google Shape;236;p45"/>
          <p:cNvSpPr txBox="1">
            <a:spLocks noGrp="1"/>
          </p:cNvSpPr>
          <p:nvPr>
            <p:ph type="body" idx="4"/>
          </p:nvPr>
        </p:nvSpPr>
        <p:spPr>
          <a:xfrm>
            <a:off x="4102775" y="2135618"/>
            <a:ext cx="4464900" cy="6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>
            <a:endParaRPr/>
          </a:p>
        </p:txBody>
      </p:sp>
      <p:sp>
        <p:nvSpPr>
          <p:cNvPr id="237" name="Google Shape;237;p45"/>
          <p:cNvSpPr txBox="1">
            <a:spLocks noGrp="1"/>
          </p:cNvSpPr>
          <p:nvPr>
            <p:ph type="body" idx="5"/>
          </p:nvPr>
        </p:nvSpPr>
        <p:spPr>
          <a:xfrm>
            <a:off x="4102775" y="1406300"/>
            <a:ext cx="4464900" cy="6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>
            <a:endParaRPr/>
          </a:p>
        </p:txBody>
      </p:sp>
      <p:sp>
        <p:nvSpPr>
          <p:cNvPr id="238" name="Google Shape;238;p45"/>
          <p:cNvSpPr>
            <a:spLocks noGrp="1"/>
          </p:cNvSpPr>
          <p:nvPr>
            <p:ph type="pic" idx="6"/>
          </p:nvPr>
        </p:nvSpPr>
        <p:spPr>
          <a:xfrm>
            <a:off x="3444503" y="1501476"/>
            <a:ext cx="378600" cy="37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39" name="Google Shape;239;p45"/>
          <p:cNvSpPr>
            <a:spLocks noGrp="1"/>
          </p:cNvSpPr>
          <p:nvPr>
            <p:ph type="pic" idx="7"/>
          </p:nvPr>
        </p:nvSpPr>
        <p:spPr>
          <a:xfrm>
            <a:off x="3444503" y="2225251"/>
            <a:ext cx="378600" cy="37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40" name="Google Shape;240;p45"/>
          <p:cNvSpPr>
            <a:spLocks noGrp="1"/>
          </p:cNvSpPr>
          <p:nvPr>
            <p:ph type="pic" idx="8"/>
          </p:nvPr>
        </p:nvSpPr>
        <p:spPr>
          <a:xfrm>
            <a:off x="3444503" y="2946251"/>
            <a:ext cx="378600" cy="37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41" name="Google Shape;241;p45"/>
          <p:cNvSpPr>
            <a:spLocks noGrp="1"/>
          </p:cNvSpPr>
          <p:nvPr>
            <p:ph type="pic" idx="9"/>
          </p:nvPr>
        </p:nvSpPr>
        <p:spPr>
          <a:xfrm>
            <a:off x="3444503" y="3667251"/>
            <a:ext cx="378600" cy="37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antt Chart">
  <p:cSld name="CUSTOM_6">
    <p:bg>
      <p:bgPr>
        <a:solidFill>
          <a:schemeClr val="lt1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6"/>
          <p:cNvSpPr txBox="1">
            <a:spLocks noGrp="1"/>
          </p:cNvSpPr>
          <p:nvPr>
            <p:ph type="body" idx="1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67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44" name="Google Shape;244;p46"/>
          <p:cNvSpPr txBox="1">
            <a:spLocks noGrp="1"/>
          </p:cNvSpPr>
          <p:nvPr>
            <p:ph type="subTitle" idx="2"/>
          </p:nvPr>
        </p:nvSpPr>
        <p:spPr>
          <a:xfrm>
            <a:off x="689050" y="531800"/>
            <a:ext cx="1607100" cy="2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lestones">
  <p:cSld name="CUSTOM_7">
    <p:bg>
      <p:bgPr>
        <a:solidFill>
          <a:schemeClr val="accent4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7"/>
          <p:cNvSpPr txBox="1">
            <a:spLocks noGrp="1"/>
          </p:cNvSpPr>
          <p:nvPr>
            <p:ph type="body" idx="1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47" name="Google Shape;247;p47"/>
          <p:cNvSpPr txBox="1">
            <a:spLocks noGrp="1"/>
          </p:cNvSpPr>
          <p:nvPr>
            <p:ph type="subTitle" idx="2"/>
          </p:nvPr>
        </p:nvSpPr>
        <p:spPr>
          <a:xfrm>
            <a:off x="689050" y="531808"/>
            <a:ext cx="3233100" cy="2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8" name="Google Shape;248;p47"/>
          <p:cNvSpPr>
            <a:spLocks noGrp="1"/>
          </p:cNvSpPr>
          <p:nvPr>
            <p:ph type="pic" idx="3"/>
          </p:nvPr>
        </p:nvSpPr>
        <p:spPr>
          <a:xfrm>
            <a:off x="863700" y="1479225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47"/>
          <p:cNvSpPr txBox="1">
            <a:spLocks noGrp="1"/>
          </p:cNvSpPr>
          <p:nvPr>
            <p:ph type="body" idx="4"/>
          </p:nvPr>
        </p:nvSpPr>
        <p:spPr>
          <a:xfrm>
            <a:off x="1774150" y="1561925"/>
            <a:ext cx="2430600" cy="8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>
            <a:endParaRPr/>
          </a:p>
        </p:txBody>
      </p:sp>
      <p:sp>
        <p:nvSpPr>
          <p:cNvPr id="250" name="Google Shape;250;p47"/>
          <p:cNvSpPr txBox="1">
            <a:spLocks noGrp="1"/>
          </p:cNvSpPr>
          <p:nvPr>
            <p:ph type="subTitle" idx="5"/>
          </p:nvPr>
        </p:nvSpPr>
        <p:spPr>
          <a:xfrm>
            <a:off x="1774950" y="1364175"/>
            <a:ext cx="2430600" cy="2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1" name="Google Shape;251;p47"/>
          <p:cNvSpPr>
            <a:spLocks noGrp="1"/>
          </p:cNvSpPr>
          <p:nvPr>
            <p:ph type="pic" idx="6"/>
          </p:nvPr>
        </p:nvSpPr>
        <p:spPr>
          <a:xfrm>
            <a:off x="5120475" y="1479225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47"/>
          <p:cNvSpPr txBox="1">
            <a:spLocks noGrp="1"/>
          </p:cNvSpPr>
          <p:nvPr>
            <p:ph type="body" idx="7"/>
          </p:nvPr>
        </p:nvSpPr>
        <p:spPr>
          <a:xfrm>
            <a:off x="6030925" y="1561925"/>
            <a:ext cx="2430600" cy="8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>
            <a:endParaRPr/>
          </a:p>
        </p:txBody>
      </p:sp>
      <p:sp>
        <p:nvSpPr>
          <p:cNvPr id="253" name="Google Shape;253;p47"/>
          <p:cNvSpPr txBox="1">
            <a:spLocks noGrp="1"/>
          </p:cNvSpPr>
          <p:nvPr>
            <p:ph type="subTitle" idx="8"/>
          </p:nvPr>
        </p:nvSpPr>
        <p:spPr>
          <a:xfrm>
            <a:off x="6031725" y="1364175"/>
            <a:ext cx="2430600" cy="2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4" name="Google Shape;254;p47"/>
          <p:cNvSpPr>
            <a:spLocks noGrp="1"/>
          </p:cNvSpPr>
          <p:nvPr>
            <p:ph type="pic" idx="9"/>
          </p:nvPr>
        </p:nvSpPr>
        <p:spPr>
          <a:xfrm>
            <a:off x="863700" y="3308611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47"/>
          <p:cNvSpPr txBox="1">
            <a:spLocks noGrp="1"/>
          </p:cNvSpPr>
          <p:nvPr>
            <p:ph type="body" idx="13"/>
          </p:nvPr>
        </p:nvSpPr>
        <p:spPr>
          <a:xfrm>
            <a:off x="1774150" y="3391311"/>
            <a:ext cx="2430600" cy="8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>
            <a:endParaRPr/>
          </a:p>
        </p:txBody>
      </p:sp>
      <p:sp>
        <p:nvSpPr>
          <p:cNvPr id="256" name="Google Shape;256;p47"/>
          <p:cNvSpPr txBox="1">
            <a:spLocks noGrp="1"/>
          </p:cNvSpPr>
          <p:nvPr>
            <p:ph type="subTitle" idx="14"/>
          </p:nvPr>
        </p:nvSpPr>
        <p:spPr>
          <a:xfrm>
            <a:off x="1774950" y="3193561"/>
            <a:ext cx="2430600" cy="2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7" name="Google Shape;257;p47"/>
          <p:cNvSpPr>
            <a:spLocks noGrp="1"/>
          </p:cNvSpPr>
          <p:nvPr>
            <p:ph type="pic" idx="15"/>
          </p:nvPr>
        </p:nvSpPr>
        <p:spPr>
          <a:xfrm>
            <a:off x="5120475" y="3308611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258" name="Google Shape;258;p47"/>
          <p:cNvSpPr txBox="1">
            <a:spLocks noGrp="1"/>
          </p:cNvSpPr>
          <p:nvPr>
            <p:ph type="body" idx="16"/>
          </p:nvPr>
        </p:nvSpPr>
        <p:spPr>
          <a:xfrm>
            <a:off x="6030925" y="3391311"/>
            <a:ext cx="2430600" cy="8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>
            <a:endParaRPr/>
          </a:p>
        </p:txBody>
      </p:sp>
      <p:sp>
        <p:nvSpPr>
          <p:cNvPr id="259" name="Google Shape;259;p47"/>
          <p:cNvSpPr txBox="1">
            <a:spLocks noGrp="1"/>
          </p:cNvSpPr>
          <p:nvPr>
            <p:ph type="subTitle" idx="17"/>
          </p:nvPr>
        </p:nvSpPr>
        <p:spPr>
          <a:xfrm>
            <a:off x="6031725" y="3193561"/>
            <a:ext cx="2430600" cy="2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V1">
  <p:cSld name="CUSTOM_8">
    <p:bg>
      <p:bgPr>
        <a:solidFill>
          <a:schemeClr val="accent3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8"/>
          <p:cNvSpPr txBox="1">
            <a:spLocks noGrp="1"/>
          </p:cNvSpPr>
          <p:nvPr>
            <p:ph type="title"/>
          </p:nvPr>
        </p:nvSpPr>
        <p:spPr>
          <a:xfrm>
            <a:off x="640336" y="3853289"/>
            <a:ext cx="5339700" cy="8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48"/>
          <p:cNvSpPr>
            <a:spLocks noGrp="1"/>
          </p:cNvSpPr>
          <p:nvPr>
            <p:ph type="pic" idx="2"/>
          </p:nvPr>
        </p:nvSpPr>
        <p:spPr>
          <a:xfrm>
            <a:off x="1224650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48"/>
          <p:cNvSpPr>
            <a:spLocks noGrp="1"/>
          </p:cNvSpPr>
          <p:nvPr>
            <p:ph type="pic" idx="3"/>
          </p:nvPr>
        </p:nvSpPr>
        <p:spPr>
          <a:xfrm>
            <a:off x="3105050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48"/>
          <p:cNvSpPr>
            <a:spLocks noGrp="1"/>
          </p:cNvSpPr>
          <p:nvPr>
            <p:ph type="pic" idx="4"/>
          </p:nvPr>
        </p:nvSpPr>
        <p:spPr>
          <a:xfrm>
            <a:off x="4998488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48"/>
          <p:cNvSpPr>
            <a:spLocks noGrp="1"/>
          </p:cNvSpPr>
          <p:nvPr>
            <p:ph type="pic" idx="5"/>
          </p:nvPr>
        </p:nvSpPr>
        <p:spPr>
          <a:xfrm>
            <a:off x="6891938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48"/>
          <p:cNvSpPr txBox="1">
            <a:spLocks noGrp="1"/>
          </p:cNvSpPr>
          <p:nvPr>
            <p:ph type="body" idx="1"/>
          </p:nvPr>
        </p:nvSpPr>
        <p:spPr>
          <a:xfrm>
            <a:off x="700775" y="4573925"/>
            <a:ext cx="5306400" cy="2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V2">
  <p:cSld name="CUSTOM_9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9"/>
          <p:cNvSpPr txBox="1">
            <a:spLocks noGrp="1"/>
          </p:cNvSpPr>
          <p:nvPr>
            <p:ph type="title"/>
          </p:nvPr>
        </p:nvSpPr>
        <p:spPr>
          <a:xfrm>
            <a:off x="640336" y="3853289"/>
            <a:ext cx="5339700" cy="8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49"/>
          <p:cNvSpPr txBox="1">
            <a:spLocks noGrp="1"/>
          </p:cNvSpPr>
          <p:nvPr>
            <p:ph type="body" idx="1"/>
          </p:nvPr>
        </p:nvSpPr>
        <p:spPr>
          <a:xfrm>
            <a:off x="700775" y="4573925"/>
            <a:ext cx="5306400" cy="2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rterly Calendar">
  <p:cSld name="CUSTOM_10">
    <p:bg>
      <p:bgPr>
        <a:solidFill>
          <a:schemeClr val="lt1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0"/>
          <p:cNvSpPr/>
          <p:nvPr/>
        </p:nvSpPr>
        <p:spPr>
          <a:xfrm>
            <a:off x="4700100" y="0"/>
            <a:ext cx="4443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50"/>
          <p:cNvSpPr txBox="1">
            <a:spLocks noGrp="1"/>
          </p:cNvSpPr>
          <p:nvPr>
            <p:ph type="body" idx="1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67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73" name="Google Shape;273;p50"/>
          <p:cNvSpPr txBox="1">
            <a:spLocks noGrp="1"/>
          </p:cNvSpPr>
          <p:nvPr>
            <p:ph type="subTitle" idx="2"/>
          </p:nvPr>
        </p:nvSpPr>
        <p:spPr>
          <a:xfrm>
            <a:off x="689050" y="531800"/>
            <a:ext cx="1507200" cy="2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4" name="Google Shape;274;p50"/>
          <p:cNvSpPr>
            <a:spLocks noGrp="1"/>
          </p:cNvSpPr>
          <p:nvPr>
            <p:ph type="pic" idx="3"/>
          </p:nvPr>
        </p:nvSpPr>
        <p:spPr>
          <a:xfrm>
            <a:off x="5299922" y="644675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50"/>
          <p:cNvSpPr>
            <a:spLocks noGrp="1"/>
          </p:cNvSpPr>
          <p:nvPr>
            <p:ph type="pic" idx="4"/>
          </p:nvPr>
        </p:nvSpPr>
        <p:spPr>
          <a:xfrm>
            <a:off x="5299922" y="1678237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50"/>
          <p:cNvSpPr txBox="1">
            <a:spLocks noGrp="1"/>
          </p:cNvSpPr>
          <p:nvPr>
            <p:ph type="body" idx="5"/>
          </p:nvPr>
        </p:nvSpPr>
        <p:spPr>
          <a:xfrm>
            <a:off x="5529550" y="557100"/>
            <a:ext cx="3091500" cy="2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77" name="Google Shape;277;p50"/>
          <p:cNvSpPr txBox="1">
            <a:spLocks noGrp="1"/>
          </p:cNvSpPr>
          <p:nvPr>
            <p:ph type="body" idx="6"/>
          </p:nvPr>
        </p:nvSpPr>
        <p:spPr>
          <a:xfrm>
            <a:off x="5529554" y="678452"/>
            <a:ext cx="3091500" cy="6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>
            <a:endParaRPr/>
          </a:p>
        </p:txBody>
      </p:sp>
      <p:sp>
        <p:nvSpPr>
          <p:cNvPr id="278" name="Google Shape;278;p50"/>
          <p:cNvSpPr txBox="1">
            <a:spLocks noGrp="1"/>
          </p:cNvSpPr>
          <p:nvPr>
            <p:ph type="body" idx="7"/>
          </p:nvPr>
        </p:nvSpPr>
        <p:spPr>
          <a:xfrm>
            <a:off x="5529550" y="1636031"/>
            <a:ext cx="3091500" cy="2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79" name="Google Shape;279;p50"/>
          <p:cNvSpPr txBox="1">
            <a:spLocks noGrp="1"/>
          </p:cNvSpPr>
          <p:nvPr>
            <p:ph type="body" idx="8"/>
          </p:nvPr>
        </p:nvSpPr>
        <p:spPr>
          <a:xfrm>
            <a:off x="5529554" y="1757384"/>
            <a:ext cx="3091500" cy="6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>
            <a:endParaRPr/>
          </a:p>
        </p:txBody>
      </p:sp>
      <p:sp>
        <p:nvSpPr>
          <p:cNvPr id="280" name="Google Shape;280;p50"/>
          <p:cNvSpPr>
            <a:spLocks noGrp="1"/>
          </p:cNvSpPr>
          <p:nvPr>
            <p:ph type="pic" idx="9"/>
          </p:nvPr>
        </p:nvSpPr>
        <p:spPr>
          <a:xfrm>
            <a:off x="5299922" y="2765266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50"/>
          <p:cNvSpPr txBox="1">
            <a:spLocks noGrp="1"/>
          </p:cNvSpPr>
          <p:nvPr>
            <p:ph type="body" idx="13"/>
          </p:nvPr>
        </p:nvSpPr>
        <p:spPr>
          <a:xfrm>
            <a:off x="5529550" y="2723054"/>
            <a:ext cx="3091500" cy="2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82" name="Google Shape;282;p50"/>
          <p:cNvSpPr txBox="1">
            <a:spLocks noGrp="1"/>
          </p:cNvSpPr>
          <p:nvPr>
            <p:ph type="body" idx="14"/>
          </p:nvPr>
        </p:nvSpPr>
        <p:spPr>
          <a:xfrm>
            <a:off x="5529554" y="2844406"/>
            <a:ext cx="3091500" cy="6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>
            <a:endParaRPr/>
          </a:p>
        </p:txBody>
      </p:sp>
      <p:sp>
        <p:nvSpPr>
          <p:cNvPr id="283" name="Google Shape;283;p50"/>
          <p:cNvSpPr>
            <a:spLocks noGrp="1"/>
          </p:cNvSpPr>
          <p:nvPr>
            <p:ph type="pic" idx="15"/>
          </p:nvPr>
        </p:nvSpPr>
        <p:spPr>
          <a:xfrm>
            <a:off x="5299922" y="3852616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50"/>
          <p:cNvSpPr txBox="1">
            <a:spLocks noGrp="1"/>
          </p:cNvSpPr>
          <p:nvPr>
            <p:ph type="body" idx="16"/>
          </p:nvPr>
        </p:nvSpPr>
        <p:spPr>
          <a:xfrm>
            <a:off x="5529550" y="3810398"/>
            <a:ext cx="3091500" cy="2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85" name="Google Shape;285;p50"/>
          <p:cNvSpPr txBox="1">
            <a:spLocks noGrp="1"/>
          </p:cNvSpPr>
          <p:nvPr>
            <p:ph type="body" idx="17"/>
          </p:nvPr>
        </p:nvSpPr>
        <p:spPr>
          <a:xfrm>
            <a:off x="5529554" y="3931751"/>
            <a:ext cx="3091500" cy="6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ds">
  <p:cSld name="CUSTOM_11">
    <p:bg>
      <p:bgPr>
        <a:solidFill>
          <a:schemeClr val="accent3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1"/>
          <p:cNvSpPr txBox="1">
            <a:spLocks noGrp="1"/>
          </p:cNvSpPr>
          <p:nvPr>
            <p:ph type="body" idx="1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88" name="Google Shape;288;p51"/>
          <p:cNvSpPr txBox="1">
            <a:spLocks noGrp="1"/>
          </p:cNvSpPr>
          <p:nvPr>
            <p:ph type="title"/>
          </p:nvPr>
        </p:nvSpPr>
        <p:spPr>
          <a:xfrm>
            <a:off x="661574" y="424278"/>
            <a:ext cx="5151300" cy="8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51"/>
          <p:cNvSpPr txBox="1">
            <a:spLocks noGrp="1"/>
          </p:cNvSpPr>
          <p:nvPr>
            <p:ph type="body" idx="2"/>
          </p:nvPr>
        </p:nvSpPr>
        <p:spPr>
          <a:xfrm>
            <a:off x="687900" y="1296524"/>
            <a:ext cx="14460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90" name="Google Shape;290;p51"/>
          <p:cNvSpPr txBox="1">
            <a:spLocks noGrp="1"/>
          </p:cNvSpPr>
          <p:nvPr>
            <p:ph type="body" idx="3"/>
          </p:nvPr>
        </p:nvSpPr>
        <p:spPr>
          <a:xfrm>
            <a:off x="2262132" y="1296524"/>
            <a:ext cx="14460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91" name="Google Shape;291;p51"/>
          <p:cNvSpPr txBox="1">
            <a:spLocks noGrp="1"/>
          </p:cNvSpPr>
          <p:nvPr>
            <p:ph type="body" idx="4"/>
          </p:nvPr>
        </p:nvSpPr>
        <p:spPr>
          <a:xfrm>
            <a:off x="3827041" y="1296524"/>
            <a:ext cx="14460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92" name="Google Shape;292;p51"/>
          <p:cNvSpPr txBox="1">
            <a:spLocks noGrp="1"/>
          </p:cNvSpPr>
          <p:nvPr>
            <p:ph type="body" idx="5"/>
          </p:nvPr>
        </p:nvSpPr>
        <p:spPr>
          <a:xfrm>
            <a:off x="5397375" y="1296524"/>
            <a:ext cx="14460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93" name="Google Shape;293;p51"/>
          <p:cNvSpPr txBox="1">
            <a:spLocks noGrp="1"/>
          </p:cNvSpPr>
          <p:nvPr>
            <p:ph type="body" idx="6"/>
          </p:nvPr>
        </p:nvSpPr>
        <p:spPr>
          <a:xfrm>
            <a:off x="6956568" y="1296524"/>
            <a:ext cx="14460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94" name="Google Shape;294;p51"/>
          <p:cNvSpPr>
            <a:spLocks noGrp="1"/>
          </p:cNvSpPr>
          <p:nvPr>
            <p:ph type="pic" idx="7"/>
          </p:nvPr>
        </p:nvSpPr>
        <p:spPr>
          <a:xfrm>
            <a:off x="727950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95" name="Google Shape;295;p51"/>
          <p:cNvSpPr>
            <a:spLocks noGrp="1"/>
          </p:cNvSpPr>
          <p:nvPr>
            <p:ph type="pic" idx="8"/>
          </p:nvPr>
        </p:nvSpPr>
        <p:spPr>
          <a:xfrm>
            <a:off x="727950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96" name="Google Shape;296;p51"/>
          <p:cNvSpPr>
            <a:spLocks noGrp="1"/>
          </p:cNvSpPr>
          <p:nvPr>
            <p:ph type="pic" idx="9"/>
          </p:nvPr>
        </p:nvSpPr>
        <p:spPr>
          <a:xfrm>
            <a:off x="727950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51"/>
          <p:cNvSpPr>
            <a:spLocks noGrp="1"/>
          </p:cNvSpPr>
          <p:nvPr>
            <p:ph type="pic" idx="13"/>
          </p:nvPr>
        </p:nvSpPr>
        <p:spPr>
          <a:xfrm>
            <a:off x="727950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51"/>
          <p:cNvSpPr>
            <a:spLocks noGrp="1"/>
          </p:cNvSpPr>
          <p:nvPr>
            <p:ph type="pic" idx="14"/>
          </p:nvPr>
        </p:nvSpPr>
        <p:spPr>
          <a:xfrm>
            <a:off x="2296475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99" name="Google Shape;299;p51"/>
          <p:cNvSpPr>
            <a:spLocks noGrp="1"/>
          </p:cNvSpPr>
          <p:nvPr>
            <p:ph type="pic" idx="15"/>
          </p:nvPr>
        </p:nvSpPr>
        <p:spPr>
          <a:xfrm>
            <a:off x="3865000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0" name="Google Shape;300;p51"/>
          <p:cNvSpPr>
            <a:spLocks noGrp="1"/>
          </p:cNvSpPr>
          <p:nvPr>
            <p:ph type="pic" idx="16"/>
          </p:nvPr>
        </p:nvSpPr>
        <p:spPr>
          <a:xfrm>
            <a:off x="5433525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51"/>
          <p:cNvSpPr>
            <a:spLocks noGrp="1"/>
          </p:cNvSpPr>
          <p:nvPr>
            <p:ph type="pic" idx="17"/>
          </p:nvPr>
        </p:nvSpPr>
        <p:spPr>
          <a:xfrm>
            <a:off x="7002050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51"/>
          <p:cNvSpPr>
            <a:spLocks noGrp="1"/>
          </p:cNvSpPr>
          <p:nvPr>
            <p:ph type="pic" idx="18"/>
          </p:nvPr>
        </p:nvSpPr>
        <p:spPr>
          <a:xfrm>
            <a:off x="2296475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51"/>
          <p:cNvSpPr>
            <a:spLocks noGrp="1"/>
          </p:cNvSpPr>
          <p:nvPr>
            <p:ph type="pic" idx="19"/>
          </p:nvPr>
        </p:nvSpPr>
        <p:spPr>
          <a:xfrm>
            <a:off x="2296475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4" name="Google Shape;304;p51"/>
          <p:cNvSpPr>
            <a:spLocks noGrp="1"/>
          </p:cNvSpPr>
          <p:nvPr>
            <p:ph type="pic" idx="20"/>
          </p:nvPr>
        </p:nvSpPr>
        <p:spPr>
          <a:xfrm>
            <a:off x="2296475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51"/>
          <p:cNvSpPr>
            <a:spLocks noGrp="1"/>
          </p:cNvSpPr>
          <p:nvPr>
            <p:ph type="pic" idx="21"/>
          </p:nvPr>
        </p:nvSpPr>
        <p:spPr>
          <a:xfrm>
            <a:off x="3865000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51"/>
          <p:cNvSpPr>
            <a:spLocks noGrp="1"/>
          </p:cNvSpPr>
          <p:nvPr>
            <p:ph type="pic" idx="22"/>
          </p:nvPr>
        </p:nvSpPr>
        <p:spPr>
          <a:xfrm>
            <a:off x="3865000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51"/>
          <p:cNvSpPr>
            <a:spLocks noGrp="1"/>
          </p:cNvSpPr>
          <p:nvPr>
            <p:ph type="pic" idx="23"/>
          </p:nvPr>
        </p:nvSpPr>
        <p:spPr>
          <a:xfrm>
            <a:off x="3865000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51"/>
          <p:cNvSpPr>
            <a:spLocks noGrp="1"/>
          </p:cNvSpPr>
          <p:nvPr>
            <p:ph type="pic" idx="24"/>
          </p:nvPr>
        </p:nvSpPr>
        <p:spPr>
          <a:xfrm>
            <a:off x="5433525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51"/>
          <p:cNvSpPr>
            <a:spLocks noGrp="1"/>
          </p:cNvSpPr>
          <p:nvPr>
            <p:ph type="pic" idx="25"/>
          </p:nvPr>
        </p:nvSpPr>
        <p:spPr>
          <a:xfrm>
            <a:off x="5433525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51"/>
          <p:cNvSpPr>
            <a:spLocks noGrp="1"/>
          </p:cNvSpPr>
          <p:nvPr>
            <p:ph type="pic" idx="26"/>
          </p:nvPr>
        </p:nvSpPr>
        <p:spPr>
          <a:xfrm>
            <a:off x="5433525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51"/>
          <p:cNvSpPr>
            <a:spLocks noGrp="1"/>
          </p:cNvSpPr>
          <p:nvPr>
            <p:ph type="pic" idx="27"/>
          </p:nvPr>
        </p:nvSpPr>
        <p:spPr>
          <a:xfrm>
            <a:off x="7002050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51"/>
          <p:cNvSpPr>
            <a:spLocks noGrp="1"/>
          </p:cNvSpPr>
          <p:nvPr>
            <p:ph type="pic" idx="28"/>
          </p:nvPr>
        </p:nvSpPr>
        <p:spPr>
          <a:xfrm>
            <a:off x="7002050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51"/>
          <p:cNvSpPr>
            <a:spLocks noGrp="1"/>
          </p:cNvSpPr>
          <p:nvPr>
            <p:ph type="pic" idx="29"/>
          </p:nvPr>
        </p:nvSpPr>
        <p:spPr>
          <a:xfrm>
            <a:off x="7002050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s - Load Time Optimization">
  <p:cSld name="CUSTOM_13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2"/>
          <p:cNvSpPr>
            <a:spLocks noGrp="1"/>
          </p:cNvSpPr>
          <p:nvPr>
            <p:ph type="pic" idx="2"/>
          </p:nvPr>
        </p:nvSpPr>
        <p:spPr>
          <a:xfrm>
            <a:off x="791050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52"/>
          <p:cNvSpPr txBox="1">
            <a:spLocks noGrp="1"/>
          </p:cNvSpPr>
          <p:nvPr>
            <p:ph type="body" idx="1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17" name="Google Shape;317;p52"/>
          <p:cNvSpPr txBox="1">
            <a:spLocks noGrp="1"/>
          </p:cNvSpPr>
          <p:nvPr>
            <p:ph type="title"/>
          </p:nvPr>
        </p:nvSpPr>
        <p:spPr>
          <a:xfrm>
            <a:off x="661576" y="424275"/>
            <a:ext cx="7890900" cy="8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52"/>
          <p:cNvSpPr txBox="1">
            <a:spLocks noGrp="1"/>
          </p:cNvSpPr>
          <p:nvPr>
            <p:ph type="body" idx="3"/>
          </p:nvPr>
        </p:nvSpPr>
        <p:spPr>
          <a:xfrm>
            <a:off x="1890825" y="3120325"/>
            <a:ext cx="11862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●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○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■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●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○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■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●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○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■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19" name="Google Shape;319;p52"/>
          <p:cNvSpPr txBox="1">
            <a:spLocks noGrp="1"/>
          </p:cNvSpPr>
          <p:nvPr>
            <p:ph type="body" idx="4"/>
          </p:nvPr>
        </p:nvSpPr>
        <p:spPr>
          <a:xfrm>
            <a:off x="1890825" y="3446750"/>
            <a:ext cx="1186200" cy="8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●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○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■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●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○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■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●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○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■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>
            <a:endParaRPr/>
          </a:p>
        </p:txBody>
      </p:sp>
      <p:sp>
        <p:nvSpPr>
          <p:cNvPr id="320" name="Google Shape;320;p52"/>
          <p:cNvSpPr>
            <a:spLocks noGrp="1"/>
          </p:cNvSpPr>
          <p:nvPr>
            <p:ph type="pic" idx="5"/>
          </p:nvPr>
        </p:nvSpPr>
        <p:spPr>
          <a:xfrm>
            <a:off x="18908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52"/>
          <p:cNvSpPr txBox="1">
            <a:spLocks noGrp="1"/>
          </p:cNvSpPr>
          <p:nvPr>
            <p:ph type="subTitle" idx="6"/>
          </p:nvPr>
        </p:nvSpPr>
        <p:spPr>
          <a:xfrm>
            <a:off x="5908675" y="1894800"/>
            <a:ext cx="2451000" cy="2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22" name="Google Shape;322;p52"/>
          <p:cNvSpPr txBox="1">
            <a:spLocks noGrp="1"/>
          </p:cNvSpPr>
          <p:nvPr>
            <p:ph type="body" idx="7"/>
          </p:nvPr>
        </p:nvSpPr>
        <p:spPr>
          <a:xfrm>
            <a:off x="5901025" y="2091050"/>
            <a:ext cx="27621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endParaRPr/>
          </a:p>
        </p:txBody>
      </p:sp>
      <p:sp>
        <p:nvSpPr>
          <p:cNvPr id="323" name="Google Shape;323;p52"/>
          <p:cNvSpPr txBox="1">
            <a:spLocks noGrp="1"/>
          </p:cNvSpPr>
          <p:nvPr>
            <p:ph type="body" idx="8"/>
          </p:nvPr>
        </p:nvSpPr>
        <p:spPr>
          <a:xfrm>
            <a:off x="5908675" y="3140275"/>
            <a:ext cx="2712300" cy="15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s - Collaboration">
  <p:cSld name="CUSTOM_13_1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3"/>
          <p:cNvSpPr>
            <a:spLocks noGrp="1"/>
          </p:cNvSpPr>
          <p:nvPr>
            <p:ph type="pic" idx="2"/>
          </p:nvPr>
        </p:nvSpPr>
        <p:spPr>
          <a:xfrm>
            <a:off x="2876100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53"/>
          <p:cNvSpPr txBox="1">
            <a:spLocks noGrp="1"/>
          </p:cNvSpPr>
          <p:nvPr>
            <p:ph type="body" idx="1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27" name="Google Shape;327;p53"/>
          <p:cNvSpPr txBox="1">
            <a:spLocks noGrp="1"/>
          </p:cNvSpPr>
          <p:nvPr>
            <p:ph type="title"/>
          </p:nvPr>
        </p:nvSpPr>
        <p:spPr>
          <a:xfrm>
            <a:off x="661575" y="424275"/>
            <a:ext cx="7740600" cy="8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53"/>
          <p:cNvSpPr>
            <a:spLocks noGrp="1"/>
          </p:cNvSpPr>
          <p:nvPr>
            <p:ph type="pic" idx="3"/>
          </p:nvPr>
        </p:nvSpPr>
        <p:spPr>
          <a:xfrm>
            <a:off x="18908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53"/>
          <p:cNvSpPr txBox="1">
            <a:spLocks noGrp="1"/>
          </p:cNvSpPr>
          <p:nvPr>
            <p:ph type="subTitle" idx="4"/>
          </p:nvPr>
        </p:nvSpPr>
        <p:spPr>
          <a:xfrm>
            <a:off x="5908675" y="1894800"/>
            <a:ext cx="2451000" cy="2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30" name="Google Shape;330;p53"/>
          <p:cNvSpPr txBox="1">
            <a:spLocks noGrp="1"/>
          </p:cNvSpPr>
          <p:nvPr>
            <p:ph type="body" idx="5"/>
          </p:nvPr>
        </p:nvSpPr>
        <p:spPr>
          <a:xfrm>
            <a:off x="5901025" y="2091050"/>
            <a:ext cx="24588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endParaRPr/>
          </a:p>
        </p:txBody>
      </p:sp>
      <p:sp>
        <p:nvSpPr>
          <p:cNvPr id="331" name="Google Shape;331;p53"/>
          <p:cNvSpPr txBox="1">
            <a:spLocks noGrp="1"/>
          </p:cNvSpPr>
          <p:nvPr>
            <p:ph type="body" idx="6"/>
          </p:nvPr>
        </p:nvSpPr>
        <p:spPr>
          <a:xfrm>
            <a:off x="5908675" y="3140275"/>
            <a:ext cx="2450700" cy="15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s - HitGub Integration">
  <p:cSld name="CUSTOM_13_1_1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4"/>
          <p:cNvSpPr>
            <a:spLocks noGrp="1"/>
          </p:cNvSpPr>
          <p:nvPr>
            <p:ph type="pic" idx="2"/>
          </p:nvPr>
        </p:nvSpPr>
        <p:spPr>
          <a:xfrm>
            <a:off x="4960075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54"/>
          <p:cNvSpPr txBox="1">
            <a:spLocks noGrp="1"/>
          </p:cNvSpPr>
          <p:nvPr>
            <p:ph type="body" idx="1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35" name="Google Shape;335;p54"/>
          <p:cNvSpPr>
            <a:spLocks noGrp="1"/>
          </p:cNvSpPr>
          <p:nvPr>
            <p:ph type="pic" idx="3"/>
          </p:nvPr>
        </p:nvSpPr>
        <p:spPr>
          <a:xfrm>
            <a:off x="60683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54"/>
          <p:cNvSpPr txBox="1">
            <a:spLocks noGrp="1"/>
          </p:cNvSpPr>
          <p:nvPr>
            <p:ph type="subTitle" idx="4"/>
          </p:nvPr>
        </p:nvSpPr>
        <p:spPr>
          <a:xfrm>
            <a:off x="684150" y="1894800"/>
            <a:ext cx="2451000" cy="2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37" name="Google Shape;337;p54"/>
          <p:cNvSpPr txBox="1">
            <a:spLocks noGrp="1"/>
          </p:cNvSpPr>
          <p:nvPr>
            <p:ph type="body" idx="5"/>
          </p:nvPr>
        </p:nvSpPr>
        <p:spPr>
          <a:xfrm>
            <a:off x="676500" y="2091050"/>
            <a:ext cx="27426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endParaRPr/>
          </a:p>
        </p:txBody>
      </p:sp>
      <p:sp>
        <p:nvSpPr>
          <p:cNvPr id="338" name="Google Shape;338;p54"/>
          <p:cNvSpPr txBox="1">
            <a:spLocks noGrp="1"/>
          </p:cNvSpPr>
          <p:nvPr>
            <p:ph type="body" idx="6"/>
          </p:nvPr>
        </p:nvSpPr>
        <p:spPr>
          <a:xfrm>
            <a:off x="684150" y="3140275"/>
            <a:ext cx="2450700" cy="15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>
            <a:endParaRPr/>
          </a:p>
        </p:txBody>
      </p:sp>
      <p:sp>
        <p:nvSpPr>
          <p:cNvPr id="339" name="Google Shape;339;p54"/>
          <p:cNvSpPr txBox="1">
            <a:spLocks noGrp="1"/>
          </p:cNvSpPr>
          <p:nvPr>
            <p:ph type="title"/>
          </p:nvPr>
        </p:nvSpPr>
        <p:spPr>
          <a:xfrm>
            <a:off x="661575" y="424275"/>
            <a:ext cx="7740600" cy="8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s - Event Tracking">
  <p:cSld name="CUSTOM_13_1_1_1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5"/>
          <p:cNvSpPr>
            <a:spLocks noGrp="1"/>
          </p:cNvSpPr>
          <p:nvPr>
            <p:ph type="pic" idx="2"/>
          </p:nvPr>
        </p:nvSpPr>
        <p:spPr>
          <a:xfrm>
            <a:off x="7053750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55"/>
          <p:cNvSpPr txBox="1">
            <a:spLocks noGrp="1"/>
          </p:cNvSpPr>
          <p:nvPr>
            <p:ph type="body" idx="1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43" name="Google Shape;343;p55"/>
          <p:cNvSpPr txBox="1">
            <a:spLocks noGrp="1"/>
          </p:cNvSpPr>
          <p:nvPr>
            <p:ph type="title"/>
          </p:nvPr>
        </p:nvSpPr>
        <p:spPr>
          <a:xfrm>
            <a:off x="661576" y="424275"/>
            <a:ext cx="7855800" cy="8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55"/>
          <p:cNvSpPr>
            <a:spLocks noGrp="1"/>
          </p:cNvSpPr>
          <p:nvPr>
            <p:ph type="pic" idx="3"/>
          </p:nvPr>
        </p:nvSpPr>
        <p:spPr>
          <a:xfrm>
            <a:off x="60683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345" name="Google Shape;345;p55"/>
          <p:cNvSpPr txBox="1">
            <a:spLocks noGrp="1"/>
          </p:cNvSpPr>
          <p:nvPr>
            <p:ph type="subTitle" idx="4"/>
          </p:nvPr>
        </p:nvSpPr>
        <p:spPr>
          <a:xfrm>
            <a:off x="684150" y="1894800"/>
            <a:ext cx="2451000" cy="2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46" name="Google Shape;346;p55"/>
          <p:cNvSpPr txBox="1">
            <a:spLocks noGrp="1"/>
          </p:cNvSpPr>
          <p:nvPr>
            <p:ph type="body" idx="5"/>
          </p:nvPr>
        </p:nvSpPr>
        <p:spPr>
          <a:xfrm>
            <a:off x="676500" y="2091050"/>
            <a:ext cx="26775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endParaRPr/>
          </a:p>
        </p:txBody>
      </p:sp>
      <p:sp>
        <p:nvSpPr>
          <p:cNvPr id="347" name="Google Shape;347;p55"/>
          <p:cNvSpPr txBox="1">
            <a:spLocks noGrp="1"/>
          </p:cNvSpPr>
          <p:nvPr>
            <p:ph type="body" idx="6"/>
          </p:nvPr>
        </p:nvSpPr>
        <p:spPr>
          <a:xfrm>
            <a:off x="684150" y="3140275"/>
            <a:ext cx="2450700" cy="15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ppendix - Risks">
  <p:cSld name="CUSTOM_14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6"/>
          <p:cNvSpPr>
            <a:spLocks noGrp="1"/>
          </p:cNvSpPr>
          <p:nvPr>
            <p:ph type="pic" idx="2"/>
          </p:nvPr>
        </p:nvSpPr>
        <p:spPr>
          <a:xfrm>
            <a:off x="5215175" y="0"/>
            <a:ext cx="3928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56"/>
          <p:cNvSpPr txBox="1">
            <a:spLocks noGrp="1"/>
          </p:cNvSpPr>
          <p:nvPr>
            <p:ph type="body" idx="1"/>
          </p:nvPr>
        </p:nvSpPr>
        <p:spPr>
          <a:xfrm>
            <a:off x="687900" y="292725"/>
            <a:ext cx="3755400" cy="2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51" name="Google Shape;351;p56"/>
          <p:cNvSpPr txBox="1">
            <a:spLocks noGrp="1"/>
          </p:cNvSpPr>
          <p:nvPr>
            <p:ph type="subTitle" idx="3"/>
          </p:nvPr>
        </p:nvSpPr>
        <p:spPr>
          <a:xfrm>
            <a:off x="689235" y="531804"/>
            <a:ext cx="3754200" cy="2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2" name="Google Shape;352;p56"/>
          <p:cNvSpPr txBox="1">
            <a:spLocks noGrp="1"/>
          </p:cNvSpPr>
          <p:nvPr>
            <p:ph type="body" idx="4"/>
          </p:nvPr>
        </p:nvSpPr>
        <p:spPr>
          <a:xfrm>
            <a:off x="688425" y="941550"/>
            <a:ext cx="3755400" cy="16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>
            <a:endParaRPr/>
          </a:p>
        </p:txBody>
      </p:sp>
      <p:sp>
        <p:nvSpPr>
          <p:cNvPr id="353" name="Google Shape;353;p56"/>
          <p:cNvSpPr txBox="1">
            <a:spLocks noGrp="1"/>
          </p:cNvSpPr>
          <p:nvPr>
            <p:ph type="body" idx="5"/>
          </p:nvPr>
        </p:nvSpPr>
        <p:spPr>
          <a:xfrm>
            <a:off x="1129400" y="2768850"/>
            <a:ext cx="3314400" cy="16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xt Steps">
  <p:cSld name="CUSTOM_16">
    <p:bg>
      <p:bgPr>
        <a:solidFill>
          <a:schemeClr val="accent3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7"/>
          <p:cNvSpPr txBox="1">
            <a:spLocks noGrp="1"/>
          </p:cNvSpPr>
          <p:nvPr>
            <p:ph type="body" idx="1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56" name="Google Shape;356;p57"/>
          <p:cNvSpPr txBox="1">
            <a:spLocks noGrp="1"/>
          </p:cNvSpPr>
          <p:nvPr>
            <p:ph type="title"/>
          </p:nvPr>
        </p:nvSpPr>
        <p:spPr>
          <a:xfrm>
            <a:off x="646035" y="424278"/>
            <a:ext cx="5151300" cy="8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57"/>
          <p:cNvSpPr txBox="1">
            <a:spLocks noGrp="1"/>
          </p:cNvSpPr>
          <p:nvPr>
            <p:ph type="body" idx="2"/>
          </p:nvPr>
        </p:nvSpPr>
        <p:spPr>
          <a:xfrm>
            <a:off x="688425" y="1433475"/>
            <a:ext cx="2867400" cy="16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endParaRPr/>
          </a:p>
        </p:txBody>
      </p:sp>
      <p:sp>
        <p:nvSpPr>
          <p:cNvPr id="358" name="Google Shape;358;p57"/>
          <p:cNvSpPr txBox="1">
            <a:spLocks noGrp="1"/>
          </p:cNvSpPr>
          <p:nvPr>
            <p:ph type="body" idx="3"/>
          </p:nvPr>
        </p:nvSpPr>
        <p:spPr>
          <a:xfrm>
            <a:off x="4724950" y="3620575"/>
            <a:ext cx="3885000" cy="6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>
            <a:endParaRPr/>
          </a:p>
        </p:txBody>
      </p:sp>
      <p:sp>
        <p:nvSpPr>
          <p:cNvPr id="359" name="Google Shape;359;p57"/>
          <p:cNvSpPr txBox="1">
            <a:spLocks noGrp="1"/>
          </p:cNvSpPr>
          <p:nvPr>
            <p:ph type="body" idx="4"/>
          </p:nvPr>
        </p:nvSpPr>
        <p:spPr>
          <a:xfrm>
            <a:off x="4724950" y="2596937"/>
            <a:ext cx="3885000" cy="6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>
            <a:endParaRPr/>
          </a:p>
        </p:txBody>
      </p:sp>
      <p:sp>
        <p:nvSpPr>
          <p:cNvPr id="360" name="Google Shape;360;p57"/>
          <p:cNvSpPr txBox="1">
            <a:spLocks noGrp="1"/>
          </p:cNvSpPr>
          <p:nvPr>
            <p:ph type="body" idx="5"/>
          </p:nvPr>
        </p:nvSpPr>
        <p:spPr>
          <a:xfrm>
            <a:off x="4724950" y="1567600"/>
            <a:ext cx="3885000" cy="6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&amp;A">
  <p:cSld name="CUSTOM_17">
    <p:bg>
      <p:bgPr>
        <a:solidFill>
          <a:schemeClr val="accent3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8"/>
          <p:cNvSpPr txBox="1">
            <a:spLocks noGrp="1"/>
          </p:cNvSpPr>
          <p:nvPr>
            <p:ph type="title"/>
          </p:nvPr>
        </p:nvSpPr>
        <p:spPr>
          <a:xfrm>
            <a:off x="667650" y="230375"/>
            <a:ext cx="7692300" cy="25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3" name="Google Shape;363;p58"/>
          <p:cNvSpPr txBox="1">
            <a:spLocks noGrp="1"/>
          </p:cNvSpPr>
          <p:nvPr>
            <p:ph type="title" idx="2"/>
          </p:nvPr>
        </p:nvSpPr>
        <p:spPr>
          <a:xfrm>
            <a:off x="667650" y="3872300"/>
            <a:ext cx="7692300" cy="9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CUSTOM_18">
    <p:bg>
      <p:bgPr>
        <a:solidFill>
          <a:schemeClr val="accent3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9"/>
          <p:cNvSpPr>
            <a:spLocks noGrp="1"/>
          </p:cNvSpPr>
          <p:nvPr>
            <p:ph type="pic" idx="2"/>
          </p:nvPr>
        </p:nvSpPr>
        <p:spPr>
          <a:xfrm>
            <a:off x="4700175" y="0"/>
            <a:ext cx="4443900" cy="29910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59"/>
          <p:cNvSpPr txBox="1">
            <a:spLocks noGrp="1"/>
          </p:cNvSpPr>
          <p:nvPr>
            <p:ph type="title"/>
          </p:nvPr>
        </p:nvSpPr>
        <p:spPr>
          <a:xfrm>
            <a:off x="407350" y="3366041"/>
            <a:ext cx="8270100" cy="1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cxnSp>
        <p:nvCxnSpPr>
          <p:cNvPr id="367" name="Google Shape;367;p59"/>
          <p:cNvCxnSpPr/>
          <p:nvPr/>
        </p:nvCxnSpPr>
        <p:spPr>
          <a:xfrm>
            <a:off x="-3150" y="677850"/>
            <a:ext cx="5232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_19">
    <p:bg>
      <p:bgPr>
        <a:solidFill>
          <a:schemeClr val="accent3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0"/>
          <p:cNvSpPr>
            <a:spLocks noGrp="1"/>
          </p:cNvSpPr>
          <p:nvPr>
            <p:ph type="pic" idx="2"/>
          </p:nvPr>
        </p:nvSpPr>
        <p:spPr>
          <a:xfrm>
            <a:off x="871075" y="517125"/>
            <a:ext cx="1905900" cy="4070700"/>
          </a:xfrm>
          <a:prstGeom prst="roundRect">
            <a:avLst>
              <a:gd name="adj" fmla="val 11144"/>
            </a:avLst>
          </a:prstGeom>
          <a:noFill/>
          <a:ln>
            <a:noFill/>
          </a:ln>
        </p:spPr>
      </p:sp>
      <p:sp>
        <p:nvSpPr>
          <p:cNvPr id="370" name="Google Shape;370;p60"/>
          <p:cNvSpPr>
            <a:spLocks noGrp="1"/>
          </p:cNvSpPr>
          <p:nvPr>
            <p:ph type="pic" idx="3"/>
          </p:nvPr>
        </p:nvSpPr>
        <p:spPr>
          <a:xfrm>
            <a:off x="3628675" y="517125"/>
            <a:ext cx="1905900" cy="4070700"/>
          </a:xfrm>
          <a:prstGeom prst="roundRect">
            <a:avLst>
              <a:gd name="adj" fmla="val 11144"/>
            </a:avLst>
          </a:prstGeom>
          <a:noFill/>
          <a:ln>
            <a:noFill/>
          </a:ln>
        </p:spPr>
      </p:sp>
      <p:sp>
        <p:nvSpPr>
          <p:cNvPr id="371" name="Google Shape;371;p60"/>
          <p:cNvSpPr>
            <a:spLocks noGrp="1"/>
          </p:cNvSpPr>
          <p:nvPr>
            <p:ph type="pic" idx="4"/>
          </p:nvPr>
        </p:nvSpPr>
        <p:spPr>
          <a:xfrm>
            <a:off x="6386275" y="517125"/>
            <a:ext cx="1905900" cy="4070700"/>
          </a:xfrm>
          <a:prstGeom prst="roundRect">
            <a:avLst>
              <a:gd name="adj" fmla="val 11144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2">
  <p:cSld name="CUSTOM_19_2">
    <p:bg>
      <p:bgPr>
        <a:solidFill>
          <a:schemeClr val="lt2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1"/>
          <p:cNvSpPr>
            <a:spLocks noGrp="1"/>
          </p:cNvSpPr>
          <p:nvPr>
            <p:ph type="pic" idx="2"/>
          </p:nvPr>
        </p:nvSpPr>
        <p:spPr>
          <a:xfrm>
            <a:off x="871075" y="517125"/>
            <a:ext cx="1905900" cy="4070700"/>
          </a:xfrm>
          <a:prstGeom prst="roundRect">
            <a:avLst>
              <a:gd name="adj" fmla="val 11144"/>
            </a:avLst>
          </a:prstGeom>
          <a:noFill/>
          <a:ln>
            <a:noFill/>
          </a:ln>
        </p:spPr>
      </p:sp>
      <p:sp>
        <p:nvSpPr>
          <p:cNvPr id="374" name="Google Shape;374;p61"/>
          <p:cNvSpPr>
            <a:spLocks noGrp="1"/>
          </p:cNvSpPr>
          <p:nvPr>
            <p:ph type="pic" idx="3"/>
          </p:nvPr>
        </p:nvSpPr>
        <p:spPr>
          <a:xfrm>
            <a:off x="3628675" y="517125"/>
            <a:ext cx="1905900" cy="4070700"/>
          </a:xfrm>
          <a:prstGeom prst="roundRect">
            <a:avLst>
              <a:gd name="adj" fmla="val 11144"/>
            </a:avLst>
          </a:prstGeom>
          <a:noFill/>
          <a:ln>
            <a:noFill/>
          </a:ln>
        </p:spPr>
      </p:sp>
      <p:sp>
        <p:nvSpPr>
          <p:cNvPr id="375" name="Google Shape;375;p61"/>
          <p:cNvSpPr>
            <a:spLocks noGrp="1"/>
          </p:cNvSpPr>
          <p:nvPr>
            <p:ph type="pic" idx="4"/>
          </p:nvPr>
        </p:nvSpPr>
        <p:spPr>
          <a:xfrm>
            <a:off x="6386275" y="517125"/>
            <a:ext cx="1905900" cy="4070700"/>
          </a:xfrm>
          <a:prstGeom prst="roundRect">
            <a:avLst>
              <a:gd name="adj" fmla="val 11144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">
  <p:cSld name="CUSTOM_19_1">
    <p:bg>
      <p:bgPr>
        <a:solidFill>
          <a:schemeClr val="accent4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2"/>
          <p:cNvSpPr/>
          <p:nvPr/>
        </p:nvSpPr>
        <p:spPr>
          <a:xfrm rot="-5400000">
            <a:off x="3536425" y="-458475"/>
            <a:ext cx="5185800" cy="60648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62"/>
          <p:cNvSpPr/>
          <p:nvPr/>
        </p:nvSpPr>
        <p:spPr>
          <a:xfrm rot="-5400000">
            <a:off x="-1042850" y="1013775"/>
            <a:ext cx="5178300" cy="31128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62"/>
          <p:cNvSpPr>
            <a:spLocks noGrp="1"/>
          </p:cNvSpPr>
          <p:nvPr>
            <p:ph type="pic" idx="2"/>
          </p:nvPr>
        </p:nvSpPr>
        <p:spPr>
          <a:xfrm>
            <a:off x="777750" y="938695"/>
            <a:ext cx="1598400" cy="3413100"/>
          </a:xfrm>
          <a:prstGeom prst="roundRect">
            <a:avLst>
              <a:gd name="adj" fmla="val 11038"/>
            </a:avLst>
          </a:prstGeom>
          <a:noFill/>
          <a:ln>
            <a:noFill/>
          </a:ln>
        </p:spPr>
      </p:sp>
      <p:sp>
        <p:nvSpPr>
          <p:cNvPr id="380" name="Google Shape;380;p62"/>
          <p:cNvSpPr>
            <a:spLocks noGrp="1"/>
          </p:cNvSpPr>
          <p:nvPr>
            <p:ph type="pic" idx="3"/>
          </p:nvPr>
        </p:nvSpPr>
        <p:spPr>
          <a:xfrm>
            <a:off x="4115400" y="921995"/>
            <a:ext cx="4127700" cy="2333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20">
    <p:bg>
      <p:bgPr>
        <a:solidFill>
          <a:schemeClr val="lt2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3"/>
          <p:cNvSpPr>
            <a:spLocks noGrp="1"/>
          </p:cNvSpPr>
          <p:nvPr>
            <p:ph type="pic" idx="2"/>
          </p:nvPr>
        </p:nvSpPr>
        <p:spPr>
          <a:xfrm>
            <a:off x="936975" y="869000"/>
            <a:ext cx="1607400" cy="3413100"/>
          </a:xfrm>
          <a:prstGeom prst="roundRect">
            <a:avLst>
              <a:gd name="adj" fmla="val 11038"/>
            </a:avLst>
          </a:prstGeom>
          <a:noFill/>
          <a:ln>
            <a:noFill/>
          </a:ln>
        </p:spPr>
      </p:sp>
      <p:sp>
        <p:nvSpPr>
          <p:cNvPr id="383" name="Google Shape;383;p63"/>
          <p:cNvSpPr>
            <a:spLocks noGrp="1"/>
          </p:cNvSpPr>
          <p:nvPr>
            <p:ph type="pic" idx="3"/>
          </p:nvPr>
        </p:nvSpPr>
        <p:spPr>
          <a:xfrm>
            <a:off x="3514600" y="869000"/>
            <a:ext cx="4798800" cy="3413100"/>
          </a:xfrm>
          <a:prstGeom prst="roundRect">
            <a:avLst>
              <a:gd name="adj" fmla="val 4639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_21">
    <p:bg>
      <p:bgPr>
        <a:solidFill>
          <a:schemeClr val="lt1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4"/>
          <p:cNvSpPr>
            <a:spLocks noGrp="1"/>
          </p:cNvSpPr>
          <p:nvPr>
            <p:ph type="pic" idx="2"/>
          </p:nvPr>
        </p:nvSpPr>
        <p:spPr>
          <a:xfrm>
            <a:off x="2068775" y="933200"/>
            <a:ext cx="4994100" cy="3125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Phone mockup">
  <p:cSld name="CUSTOM_22_1">
    <p:bg>
      <p:bgPr>
        <a:solidFill>
          <a:schemeClr val="accent3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5"/>
          <p:cNvSpPr>
            <a:spLocks noGrp="1"/>
          </p:cNvSpPr>
          <p:nvPr>
            <p:ph type="pic" idx="2"/>
          </p:nvPr>
        </p:nvSpPr>
        <p:spPr>
          <a:xfrm>
            <a:off x="6682707" y="517125"/>
            <a:ext cx="1905900" cy="4070700"/>
          </a:xfrm>
          <a:prstGeom prst="roundRect">
            <a:avLst>
              <a:gd name="adj" fmla="val 11144"/>
            </a:avLst>
          </a:prstGeom>
          <a:noFill/>
          <a:ln>
            <a:noFill/>
          </a:ln>
        </p:spPr>
      </p:sp>
      <p:sp>
        <p:nvSpPr>
          <p:cNvPr id="388" name="Google Shape;388;p65"/>
          <p:cNvSpPr>
            <a:spLocks noGrp="1"/>
          </p:cNvSpPr>
          <p:nvPr>
            <p:ph type="pic" idx="3"/>
          </p:nvPr>
        </p:nvSpPr>
        <p:spPr>
          <a:xfrm>
            <a:off x="4143672" y="517125"/>
            <a:ext cx="1905900" cy="4070700"/>
          </a:xfrm>
          <a:prstGeom prst="roundRect">
            <a:avLst>
              <a:gd name="adj" fmla="val 11144"/>
            </a:avLst>
          </a:prstGeom>
          <a:noFill/>
          <a:ln>
            <a:noFill/>
          </a:ln>
        </p:spPr>
      </p:sp>
      <p:sp>
        <p:nvSpPr>
          <p:cNvPr id="389" name="Google Shape;389;p65"/>
          <p:cNvSpPr txBox="1">
            <a:spLocks noGrp="1"/>
          </p:cNvSpPr>
          <p:nvPr>
            <p:ph type="body" idx="1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90" name="Google Shape;390;p65"/>
          <p:cNvSpPr txBox="1">
            <a:spLocks noGrp="1"/>
          </p:cNvSpPr>
          <p:nvPr>
            <p:ph type="body" idx="4"/>
          </p:nvPr>
        </p:nvSpPr>
        <p:spPr>
          <a:xfrm>
            <a:off x="689250" y="3870075"/>
            <a:ext cx="19680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●"/>
              <a:defRPr sz="800"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○"/>
              <a:defRPr sz="800">
                <a:latin typeface="Lexend Light"/>
                <a:ea typeface="Lexend Light"/>
                <a:cs typeface="Lexend Light"/>
                <a:sym typeface="Lexend Light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■"/>
              <a:defRPr sz="800">
                <a:latin typeface="Lexend Light"/>
                <a:ea typeface="Lexend Light"/>
                <a:cs typeface="Lexend Light"/>
                <a:sym typeface="Lexend Light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●"/>
              <a:defRPr sz="800">
                <a:latin typeface="Lexend Light"/>
                <a:ea typeface="Lexend Light"/>
                <a:cs typeface="Lexend Light"/>
                <a:sym typeface="Lexend Light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○"/>
              <a:defRPr sz="800">
                <a:latin typeface="Lexend Light"/>
                <a:ea typeface="Lexend Light"/>
                <a:cs typeface="Lexend Light"/>
                <a:sym typeface="Lexend Light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■"/>
              <a:defRPr sz="800">
                <a:latin typeface="Lexend Light"/>
                <a:ea typeface="Lexend Light"/>
                <a:cs typeface="Lexend Light"/>
                <a:sym typeface="Lexend Light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●"/>
              <a:defRPr sz="800">
                <a:latin typeface="Lexend Light"/>
                <a:ea typeface="Lexend Light"/>
                <a:cs typeface="Lexend Light"/>
                <a:sym typeface="Lexend Light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○"/>
              <a:defRPr sz="800">
                <a:latin typeface="Lexend Light"/>
                <a:ea typeface="Lexend Light"/>
                <a:cs typeface="Lexend Light"/>
                <a:sym typeface="Lexend Light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■"/>
              <a:defRPr sz="8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endParaRPr/>
          </a:p>
        </p:txBody>
      </p:sp>
      <p:sp>
        <p:nvSpPr>
          <p:cNvPr id="391" name="Google Shape;391;p65"/>
          <p:cNvSpPr txBox="1">
            <a:spLocks noGrp="1"/>
          </p:cNvSpPr>
          <p:nvPr>
            <p:ph type="subTitle" idx="5"/>
          </p:nvPr>
        </p:nvSpPr>
        <p:spPr>
          <a:xfrm>
            <a:off x="689050" y="531800"/>
            <a:ext cx="1607100" cy="2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Devices mockup">
  <p:cSld name="CUSTOM_24_1">
    <p:bg>
      <p:bgPr>
        <a:solidFill>
          <a:schemeClr val="lt1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6"/>
          <p:cNvSpPr txBox="1">
            <a:spLocks noGrp="1"/>
          </p:cNvSpPr>
          <p:nvPr>
            <p:ph type="body" idx="1"/>
          </p:nvPr>
        </p:nvSpPr>
        <p:spPr>
          <a:xfrm>
            <a:off x="687900" y="292725"/>
            <a:ext cx="1471500" cy="2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67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94" name="Google Shape;394;p66"/>
          <p:cNvSpPr txBox="1">
            <a:spLocks noGrp="1"/>
          </p:cNvSpPr>
          <p:nvPr>
            <p:ph type="body" idx="2"/>
          </p:nvPr>
        </p:nvSpPr>
        <p:spPr>
          <a:xfrm>
            <a:off x="5484300" y="292725"/>
            <a:ext cx="29970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●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○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■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●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○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■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●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○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■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8359800" y="4851000"/>
            <a:ext cx="261300" cy="292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91425" anchor="ctr" anchorCtr="0">
            <a:noAutofit/>
          </a:bodyPr>
          <a:lstStyle>
            <a:lvl1pPr lvl="0" algn="ctr" rtl="0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 rtl="0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 rtl="0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 rtl="0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 rtl="0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 rtl="0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 rtl="0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 rtl="0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 rtl="0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163200" y="76200"/>
            <a:ext cx="8457900" cy="9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exend Light"/>
              <a:buNone/>
              <a:defRPr sz="4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136825" y="2540475"/>
            <a:ext cx="4209300" cy="21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"/>
              <a:buChar char="●"/>
              <a:defRPr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exend"/>
              <a:buChar char="○"/>
              <a:defRPr sz="1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exend"/>
              <a:buChar char="●"/>
              <a:defRPr sz="13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○"/>
              <a:defRPr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exend"/>
              <a:buChar char="■"/>
              <a:defRPr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Char char="●"/>
              <a:defRPr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"/>
              <a:buChar char="○"/>
              <a:defRPr sz="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 sz="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29">
          <p15:clr>
            <a:srgbClr val="E46962"/>
          </p15:clr>
        </p15:guide>
        <p15:guide id="2" pos="494">
          <p15:clr>
            <a:srgbClr val="E46962"/>
          </p15:clr>
        </p15:guide>
        <p15:guide id="3" pos="823">
          <p15:clr>
            <a:srgbClr val="E46962"/>
          </p15:clr>
        </p15:guide>
        <p15:guide id="4" pos="988">
          <p15:clr>
            <a:srgbClr val="E46962"/>
          </p15:clr>
        </p15:guide>
        <p15:guide id="5" pos="1317">
          <p15:clr>
            <a:srgbClr val="E46962"/>
          </p15:clr>
        </p15:guide>
        <p15:guide id="6" pos="1482">
          <p15:clr>
            <a:srgbClr val="E46962"/>
          </p15:clr>
        </p15:guide>
        <p15:guide id="7" pos="1811">
          <p15:clr>
            <a:srgbClr val="E46962"/>
          </p15:clr>
        </p15:guide>
        <p15:guide id="8" pos="1976">
          <p15:clr>
            <a:srgbClr val="E46962"/>
          </p15:clr>
        </p15:guide>
        <p15:guide id="9" pos="2305">
          <p15:clr>
            <a:srgbClr val="E46962"/>
          </p15:clr>
        </p15:guide>
        <p15:guide id="10" pos="2470">
          <p15:clr>
            <a:srgbClr val="E46962"/>
          </p15:clr>
        </p15:guide>
        <p15:guide id="11" pos="2799">
          <p15:clr>
            <a:srgbClr val="E46962"/>
          </p15:clr>
        </p15:guide>
        <p15:guide id="12" pos="5431">
          <p15:clr>
            <a:srgbClr val="E46962"/>
          </p15:clr>
        </p15:guide>
        <p15:guide id="13" pos="5266">
          <p15:clr>
            <a:srgbClr val="E46962"/>
          </p15:clr>
        </p15:guide>
        <p15:guide id="14" pos="4937">
          <p15:clr>
            <a:srgbClr val="E46962"/>
          </p15:clr>
        </p15:guide>
        <p15:guide id="15" pos="4772">
          <p15:clr>
            <a:srgbClr val="E46962"/>
          </p15:clr>
        </p15:guide>
        <p15:guide id="16" pos="4443">
          <p15:clr>
            <a:srgbClr val="E46962"/>
          </p15:clr>
        </p15:guide>
        <p15:guide id="17" pos="4278">
          <p15:clr>
            <a:srgbClr val="E46962"/>
          </p15:clr>
        </p15:guide>
        <p15:guide id="18" pos="3949">
          <p15:clr>
            <a:srgbClr val="E46962"/>
          </p15:clr>
        </p15:guide>
        <p15:guide id="19" pos="3784">
          <p15:clr>
            <a:srgbClr val="E46962"/>
          </p15:clr>
        </p15:guide>
        <p15:guide id="20" pos="3455">
          <p15:clr>
            <a:srgbClr val="E46962"/>
          </p15:clr>
        </p15:guide>
        <p15:guide id="21" pos="3290">
          <p15:clr>
            <a:srgbClr val="E46962"/>
          </p15:clr>
        </p15:guide>
        <p15:guide id="22" pos="296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7"/>
          <p:cNvSpPr txBox="1">
            <a:spLocks noGrp="1"/>
          </p:cNvSpPr>
          <p:nvPr>
            <p:ph type="title"/>
          </p:nvPr>
        </p:nvSpPr>
        <p:spPr>
          <a:xfrm>
            <a:off x="303700" y="355500"/>
            <a:ext cx="8421600" cy="11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Restaurant Review NLP Project</a:t>
            </a:r>
            <a:endParaRPr sz="6000"/>
          </a:p>
        </p:txBody>
      </p:sp>
      <p:sp>
        <p:nvSpPr>
          <p:cNvPr id="400" name="Google Shape;400;p67"/>
          <p:cNvSpPr txBox="1">
            <a:spLocks noGrp="1"/>
          </p:cNvSpPr>
          <p:nvPr>
            <p:ph type="subTitle" idx="1"/>
          </p:nvPr>
        </p:nvSpPr>
        <p:spPr>
          <a:xfrm>
            <a:off x="333400" y="2325389"/>
            <a:ext cx="4703100" cy="94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Rymer Popovich, Jake Willingham, Noah Sapper</a:t>
            </a:r>
            <a:endParaRPr sz="2600"/>
          </a:p>
        </p:txBody>
      </p:sp>
      <p:pic>
        <p:nvPicPr>
          <p:cNvPr id="401" name="Google Shape;401;p67" descr="Delivery biker handing packages to a customer at the door."/>
          <p:cNvPicPr preferRelativeResize="0">
            <a:picLocks noGrp="1"/>
          </p:cNvPicPr>
          <p:nvPr>
            <p:ph type="pic" idx="5"/>
          </p:nvPr>
        </p:nvPicPr>
        <p:blipFill rotWithShape="1">
          <a:blip r:embed="rId3">
            <a:alphaModFix/>
          </a:blip>
          <a:srcRect l="17380" t="25986" r="9375"/>
          <a:stretch/>
        </p:blipFill>
        <p:spPr>
          <a:xfrm>
            <a:off x="5229150" y="2509975"/>
            <a:ext cx="3914399" cy="26363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6" name="Google Shape;406;p68"/>
          <p:cNvCxnSpPr/>
          <p:nvPr/>
        </p:nvCxnSpPr>
        <p:spPr>
          <a:xfrm>
            <a:off x="2608675" y="1865838"/>
            <a:ext cx="0" cy="4509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7" name="Google Shape;407;p68"/>
          <p:cNvCxnSpPr/>
          <p:nvPr/>
        </p:nvCxnSpPr>
        <p:spPr>
          <a:xfrm>
            <a:off x="5711" y="2314588"/>
            <a:ext cx="91383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8" name="Google Shape;408;p68"/>
          <p:cNvSpPr txBox="1"/>
          <p:nvPr/>
        </p:nvSpPr>
        <p:spPr>
          <a:xfrm>
            <a:off x="421142" y="2755235"/>
            <a:ext cx="130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Defining Problem</a:t>
            </a:r>
            <a:endParaRPr sz="12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cxnSp>
        <p:nvCxnSpPr>
          <p:cNvPr id="409" name="Google Shape;409;p68"/>
          <p:cNvCxnSpPr/>
          <p:nvPr/>
        </p:nvCxnSpPr>
        <p:spPr>
          <a:xfrm>
            <a:off x="715300" y="2316838"/>
            <a:ext cx="0" cy="3924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0" name="Google Shape;410;p68"/>
          <p:cNvSpPr txBox="1"/>
          <p:nvPr/>
        </p:nvSpPr>
        <p:spPr>
          <a:xfrm>
            <a:off x="1893146" y="1594400"/>
            <a:ext cx="196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Data / Preprocessing</a:t>
            </a:r>
            <a:endParaRPr sz="12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cxnSp>
        <p:nvCxnSpPr>
          <p:cNvPr id="411" name="Google Shape;411;p68"/>
          <p:cNvCxnSpPr/>
          <p:nvPr/>
        </p:nvCxnSpPr>
        <p:spPr>
          <a:xfrm>
            <a:off x="4504892" y="2298863"/>
            <a:ext cx="0" cy="4014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2" name="Google Shape;412;p68"/>
          <p:cNvCxnSpPr/>
          <p:nvPr/>
        </p:nvCxnSpPr>
        <p:spPr>
          <a:xfrm>
            <a:off x="6400925" y="1865838"/>
            <a:ext cx="0" cy="4392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3" name="Google Shape;413;p68"/>
          <p:cNvSpPr txBox="1"/>
          <p:nvPr/>
        </p:nvSpPr>
        <p:spPr>
          <a:xfrm>
            <a:off x="3651150" y="2723850"/>
            <a:ext cx="2097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Model Implementation</a:t>
            </a:r>
            <a:endParaRPr sz="12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414" name="Google Shape;414;p68"/>
          <p:cNvSpPr txBox="1"/>
          <p:nvPr/>
        </p:nvSpPr>
        <p:spPr>
          <a:xfrm>
            <a:off x="5449575" y="1594400"/>
            <a:ext cx="231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Performance Evaluation</a:t>
            </a:r>
            <a:endParaRPr sz="12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415" name="Google Shape;415;p68"/>
          <p:cNvSpPr txBox="1">
            <a:spLocks noGrp="1"/>
          </p:cNvSpPr>
          <p:nvPr>
            <p:ph type="title"/>
          </p:nvPr>
        </p:nvSpPr>
        <p:spPr>
          <a:xfrm>
            <a:off x="609845" y="3565181"/>
            <a:ext cx="5339700" cy="7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Roadmap</a:t>
            </a:r>
            <a:endParaRPr dirty="0"/>
          </a:p>
        </p:txBody>
      </p:sp>
      <p:pic>
        <p:nvPicPr>
          <p:cNvPr id="416" name="Google Shape;416;p68" descr="Icon with three rectangles.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900" y="2089484"/>
            <a:ext cx="413400" cy="413400"/>
          </a:xfrm>
          <a:prstGeom prst="rect">
            <a:avLst/>
          </a:prstGeom>
        </p:spPr>
      </p:pic>
      <p:pic>
        <p:nvPicPr>
          <p:cNvPr id="417" name="Google Shape;417;p68" descr="Icon with three dots in a circle.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 l="209" r="199"/>
          <a:stretch/>
        </p:blipFill>
        <p:spPr>
          <a:xfrm>
            <a:off x="2403300" y="2089484"/>
            <a:ext cx="413400" cy="413400"/>
          </a:xfrm>
          <a:prstGeom prst="rect">
            <a:avLst/>
          </a:prstGeom>
        </p:spPr>
      </p:pic>
      <p:pic>
        <p:nvPicPr>
          <p:cNvPr id="418" name="Google Shape;418;p68" descr="Icon with subdivided square."/>
          <p:cNvPicPr preferRelativeResize="0">
            <a:picLocks noGrp="1"/>
          </p:cNvPicPr>
          <p:nvPr>
            <p:ph type="pic" idx="4"/>
          </p:nvPr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96738" y="2089484"/>
            <a:ext cx="413400" cy="413400"/>
          </a:xfrm>
          <a:prstGeom prst="rect">
            <a:avLst/>
          </a:prstGeom>
        </p:spPr>
      </p:pic>
      <p:pic>
        <p:nvPicPr>
          <p:cNvPr id="419" name="Google Shape;419;p68" descr="Icon with several boxes."/>
          <p:cNvPicPr preferRelativeResize="0">
            <a:picLocks noGrp="1"/>
          </p:cNvPicPr>
          <p:nvPr>
            <p:ph type="pic" idx="5"/>
          </p:nvPr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90188" y="2089484"/>
            <a:ext cx="413400" cy="413400"/>
          </a:xfrm>
          <a:prstGeom prst="rect">
            <a:avLst/>
          </a:prstGeom>
        </p:spPr>
      </p:pic>
      <p:cxnSp>
        <p:nvCxnSpPr>
          <p:cNvPr id="420" name="Google Shape;420;p68"/>
          <p:cNvCxnSpPr/>
          <p:nvPr/>
        </p:nvCxnSpPr>
        <p:spPr>
          <a:xfrm>
            <a:off x="8417075" y="2293438"/>
            <a:ext cx="0" cy="4392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21" name="Google Shape;421;p68" descr="Icon with subdivided square."/>
          <p:cNvPicPr preferRelativeResize="0">
            <a:picLocks noGrp="1"/>
          </p:cNvPicPr>
          <p:nvPr>
            <p:ph type="pic" idx="4"/>
          </p:nvPr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10375" y="2107909"/>
            <a:ext cx="413400" cy="413400"/>
          </a:xfrm>
          <a:prstGeom prst="rect">
            <a:avLst/>
          </a:prstGeom>
        </p:spPr>
      </p:pic>
      <p:sp>
        <p:nvSpPr>
          <p:cNvPr id="422" name="Google Shape;422;p68"/>
          <p:cNvSpPr txBox="1"/>
          <p:nvPr/>
        </p:nvSpPr>
        <p:spPr>
          <a:xfrm>
            <a:off x="7389908" y="2755225"/>
            <a:ext cx="246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Results Visualizations</a:t>
            </a:r>
            <a:endParaRPr sz="12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9"/>
          <p:cNvSpPr txBox="1">
            <a:spLocks noGrp="1"/>
          </p:cNvSpPr>
          <p:nvPr>
            <p:ph type="subTitle" idx="4"/>
          </p:nvPr>
        </p:nvSpPr>
        <p:spPr>
          <a:xfrm>
            <a:off x="345150" y="2305200"/>
            <a:ext cx="3918600" cy="28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Sentiment Analysis is the identification of tone from textual data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We intend to classify if restaurant reviews are positive and negative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We will use NLP classification to accomplish this</a:t>
            </a:r>
            <a:endParaRPr sz="1500"/>
          </a:p>
        </p:txBody>
      </p:sp>
      <p:cxnSp>
        <p:nvCxnSpPr>
          <p:cNvPr id="429" name="Google Shape;429;p69"/>
          <p:cNvCxnSpPr/>
          <p:nvPr/>
        </p:nvCxnSpPr>
        <p:spPr>
          <a:xfrm>
            <a:off x="2091288" y="1817722"/>
            <a:ext cx="39186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0" name="Google Shape;430;p69"/>
          <p:cNvSpPr txBox="1">
            <a:spLocks noGrp="1"/>
          </p:cNvSpPr>
          <p:nvPr>
            <p:ph type="title" idx="4294967295"/>
          </p:nvPr>
        </p:nvSpPr>
        <p:spPr>
          <a:xfrm>
            <a:off x="661575" y="538850"/>
            <a:ext cx="7890900" cy="75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Problem Overview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31" name="Google Shape;43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9" y="2114575"/>
            <a:ext cx="4089051" cy="253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0"/>
          <p:cNvSpPr txBox="1">
            <a:spLocks noGrp="1"/>
          </p:cNvSpPr>
          <p:nvPr>
            <p:ph type="subTitle" idx="4"/>
          </p:nvPr>
        </p:nvSpPr>
        <p:spPr>
          <a:xfrm>
            <a:off x="345150" y="2305200"/>
            <a:ext cx="3918600" cy="28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Data</a:t>
            </a:r>
            <a:endParaRPr sz="15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Our dataset was found on Kaggle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977 records of restaurant reviews that are either considered positive or negative (1 or 0)</a:t>
            </a:r>
            <a:endParaRPr sz="15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  <p:cxnSp>
        <p:nvCxnSpPr>
          <p:cNvPr id="438" name="Google Shape;438;p70"/>
          <p:cNvCxnSpPr/>
          <p:nvPr/>
        </p:nvCxnSpPr>
        <p:spPr>
          <a:xfrm>
            <a:off x="2091288" y="1817722"/>
            <a:ext cx="39186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9" name="Google Shape;439;p70"/>
          <p:cNvSpPr txBox="1">
            <a:spLocks noGrp="1"/>
          </p:cNvSpPr>
          <p:nvPr>
            <p:ph type="title" idx="4294967295"/>
          </p:nvPr>
        </p:nvSpPr>
        <p:spPr>
          <a:xfrm>
            <a:off x="661575" y="538850"/>
            <a:ext cx="7890900" cy="75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and Preprocessing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0" name="Google Shape;440;p70"/>
          <p:cNvSpPr txBox="1">
            <a:spLocks noGrp="1"/>
          </p:cNvSpPr>
          <p:nvPr>
            <p:ph type="subTitle" idx="4"/>
          </p:nvPr>
        </p:nvSpPr>
        <p:spPr>
          <a:xfrm>
            <a:off x="4832100" y="2094475"/>
            <a:ext cx="3918600" cy="28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Preprocessing</a:t>
            </a:r>
            <a:endParaRPr sz="15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Initial preprocessing (null check, data splitting - 70/20/10)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Tokenizing using DistilBERT</a:t>
            </a:r>
            <a:endParaRPr sz="1500"/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Converting text to tokens using a pre trained vocabulary list and separator tokens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1"/>
          <p:cNvSpPr txBox="1">
            <a:spLocks noGrp="1"/>
          </p:cNvSpPr>
          <p:nvPr>
            <p:ph type="subTitle" idx="4"/>
          </p:nvPr>
        </p:nvSpPr>
        <p:spPr>
          <a:xfrm>
            <a:off x="345150" y="2305200"/>
            <a:ext cx="3918600" cy="28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Sentiment Analysis is the identification of tone from textual data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We intend to classify if restaurant reviews are positive and negative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We will use NLP classification to accomplish this</a:t>
            </a:r>
            <a:endParaRPr sz="1500"/>
          </a:p>
        </p:txBody>
      </p:sp>
      <p:cxnSp>
        <p:nvCxnSpPr>
          <p:cNvPr id="447" name="Google Shape;447;p71"/>
          <p:cNvCxnSpPr/>
          <p:nvPr/>
        </p:nvCxnSpPr>
        <p:spPr>
          <a:xfrm>
            <a:off x="653388" y="1837272"/>
            <a:ext cx="3704700" cy="1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8" name="Google Shape;448;p71"/>
          <p:cNvSpPr txBox="1">
            <a:spLocks noGrp="1"/>
          </p:cNvSpPr>
          <p:nvPr>
            <p:ph type="title" idx="4294967295"/>
          </p:nvPr>
        </p:nvSpPr>
        <p:spPr>
          <a:xfrm>
            <a:off x="661575" y="538850"/>
            <a:ext cx="7890900" cy="75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Model Implementation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49" name="Google Shape;449;p71" title="Gemini_Generated_Image_xejkkexejkkexej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3075" y="1473575"/>
            <a:ext cx="3411750" cy="341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2"/>
          <p:cNvSpPr txBox="1">
            <a:spLocks noGrp="1"/>
          </p:cNvSpPr>
          <p:nvPr>
            <p:ph type="subTitle" idx="4"/>
          </p:nvPr>
        </p:nvSpPr>
        <p:spPr>
          <a:xfrm>
            <a:off x="330500" y="2187975"/>
            <a:ext cx="8290500" cy="28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After the model had completed its training, we evaluated the performance metrics (Accuracy, Precision, Recall, F1)</a:t>
            </a:r>
            <a:endParaRPr sz="1500"/>
          </a:p>
        </p:txBody>
      </p:sp>
      <p:cxnSp>
        <p:nvCxnSpPr>
          <p:cNvPr id="456" name="Google Shape;456;p72"/>
          <p:cNvCxnSpPr/>
          <p:nvPr/>
        </p:nvCxnSpPr>
        <p:spPr>
          <a:xfrm>
            <a:off x="2091288" y="1817722"/>
            <a:ext cx="39186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7" name="Google Shape;457;p72"/>
          <p:cNvSpPr txBox="1">
            <a:spLocks noGrp="1"/>
          </p:cNvSpPr>
          <p:nvPr>
            <p:ph type="title" idx="4294967295"/>
          </p:nvPr>
        </p:nvSpPr>
        <p:spPr>
          <a:xfrm>
            <a:off x="661575" y="538850"/>
            <a:ext cx="7890900" cy="75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Performance Evaluation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58" name="Google Shape;458;p72" title="Screenshot 2026-02-20 at 6.16.5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888" y="3124449"/>
            <a:ext cx="7488124" cy="167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3"/>
          <p:cNvSpPr txBox="1">
            <a:spLocks noGrp="1"/>
          </p:cNvSpPr>
          <p:nvPr>
            <p:ph type="subTitle" idx="4"/>
          </p:nvPr>
        </p:nvSpPr>
        <p:spPr>
          <a:xfrm>
            <a:off x="393300" y="2138875"/>
            <a:ext cx="3918600" cy="28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Training loss decreased sharply within 3 epochs 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Test accuracy reached 93.0% showing strong generalization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DistilBERT fine-tuning achieved high predictive performance with stable validation behavior and strong class balance.</a:t>
            </a:r>
            <a:endParaRPr sz="1500"/>
          </a:p>
        </p:txBody>
      </p:sp>
      <p:cxnSp>
        <p:nvCxnSpPr>
          <p:cNvPr id="464" name="Google Shape;464;p73"/>
          <p:cNvCxnSpPr/>
          <p:nvPr/>
        </p:nvCxnSpPr>
        <p:spPr>
          <a:xfrm>
            <a:off x="393288" y="1802597"/>
            <a:ext cx="39186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5" name="Google Shape;465;p73"/>
          <p:cNvSpPr txBox="1">
            <a:spLocks noGrp="1"/>
          </p:cNvSpPr>
          <p:nvPr>
            <p:ph type="title" idx="4294967295"/>
          </p:nvPr>
        </p:nvSpPr>
        <p:spPr>
          <a:xfrm>
            <a:off x="393300" y="547000"/>
            <a:ext cx="5844600" cy="75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Results and Visualization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66" name="Google Shape;46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0500" y="660900"/>
            <a:ext cx="4194500" cy="39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oduct Roadmap">
  <a:themeElements>
    <a:clrScheme name="Simple Light">
      <a:dk1>
        <a:srgbClr val="D32600"/>
      </a:dk1>
      <a:lt1>
        <a:srgbClr val="000000"/>
      </a:lt1>
      <a:dk2>
        <a:srgbClr val="FFFFFF"/>
      </a:dk2>
      <a:lt2>
        <a:srgbClr val="E57360"/>
      </a:lt2>
      <a:accent1>
        <a:srgbClr val="666666"/>
      </a:accent1>
      <a:accent2>
        <a:srgbClr val="B7B7B7"/>
      </a:accent2>
      <a:accent3>
        <a:srgbClr val="EFEFEF"/>
      </a:accent3>
      <a:accent4>
        <a:srgbClr val="F9EDE5"/>
      </a:accent4>
      <a:accent5>
        <a:srgbClr val="F3F3F3"/>
      </a:accent5>
      <a:accent6>
        <a:srgbClr val="F7F7F7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</Words>
  <Application>Microsoft Office PowerPoint</Application>
  <PresentationFormat>On-screen Show (16:9)</PresentationFormat>
  <Paragraphs>32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Lexend SemiBold</vt:lpstr>
      <vt:lpstr>Lexend ExtraLight</vt:lpstr>
      <vt:lpstr>Lexend Light</vt:lpstr>
      <vt:lpstr>Lexend</vt:lpstr>
      <vt:lpstr>Arial</vt:lpstr>
      <vt:lpstr>Simple Light</vt:lpstr>
      <vt:lpstr>Product Roadmap</vt:lpstr>
      <vt:lpstr>Restaurant Review NLP Project</vt:lpstr>
      <vt:lpstr>Project Roadmap</vt:lpstr>
      <vt:lpstr>Problem Overview</vt:lpstr>
      <vt:lpstr>Data and Preprocessing</vt:lpstr>
      <vt:lpstr>Model Implementation</vt:lpstr>
      <vt:lpstr>Performance Evaluation</vt:lpstr>
      <vt:lpstr>Results and Visualization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Popovich, Rymer</cp:lastModifiedBy>
  <cp:revision>1</cp:revision>
  <dcterms:modified xsi:type="dcterms:W3CDTF">2026-03-01T16:11:07Z</dcterms:modified>
</cp:coreProperties>
</file>